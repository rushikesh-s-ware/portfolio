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5"/>
  </p:notesMasterIdLst>
  <p:handoutMasterIdLst>
    <p:handoutMasterId r:id="rId16"/>
  </p:handoutMasterIdLst>
  <p:sldIdLst>
    <p:sldId id="327" r:id="rId5"/>
    <p:sldId id="339" r:id="rId6"/>
    <p:sldId id="260" r:id="rId7"/>
    <p:sldId id="261" r:id="rId8"/>
    <p:sldId id="262" r:id="rId9"/>
    <p:sldId id="263" r:id="rId10"/>
    <p:sldId id="368" r:id="rId11"/>
    <p:sldId id="264" r:id="rId12"/>
    <p:sldId id="321" r:id="rId13"/>
    <p:sldId id="258" r:id="rId14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charset="0"/>
        <a:ea typeface="ＭＳ Ｐゴシック" charset="0"/>
        <a:cs typeface="ＭＳ Ｐゴシック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charset="0"/>
        <a:ea typeface="ＭＳ Ｐゴシック" charset="0"/>
        <a:cs typeface="ＭＳ Ｐゴシック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charset="0"/>
        <a:ea typeface="ＭＳ Ｐゴシック" charset="0"/>
        <a:cs typeface="ＭＳ Ｐゴシック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charset="0"/>
        <a:ea typeface="ＭＳ Ｐゴシック" charset="0"/>
        <a:cs typeface="ＭＳ Ｐゴシック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charset="0"/>
        <a:ea typeface="ＭＳ Ｐゴシック" charset="0"/>
        <a:cs typeface="ＭＳ Ｐゴシック" charset="0"/>
      </a:defRPr>
    </a:lvl5pPr>
    <a:lvl6pPr marL="2286000" algn="l" defTabSz="457200" rtl="0" eaLnBrk="1" latinLnBrk="0" hangingPunct="1">
      <a:defRPr kern="1200">
        <a:solidFill>
          <a:schemeClr val="tx1"/>
        </a:solidFill>
        <a:latin typeface="Calibri" charset="0"/>
        <a:ea typeface="ＭＳ Ｐゴシック" charset="0"/>
        <a:cs typeface="ＭＳ Ｐゴシック" charset="0"/>
      </a:defRPr>
    </a:lvl6pPr>
    <a:lvl7pPr marL="2743200" algn="l" defTabSz="457200" rtl="0" eaLnBrk="1" latinLnBrk="0" hangingPunct="1">
      <a:defRPr kern="1200">
        <a:solidFill>
          <a:schemeClr val="tx1"/>
        </a:solidFill>
        <a:latin typeface="Calibri" charset="0"/>
        <a:ea typeface="ＭＳ Ｐゴシック" charset="0"/>
        <a:cs typeface="ＭＳ Ｐゴシック" charset="0"/>
      </a:defRPr>
    </a:lvl7pPr>
    <a:lvl8pPr marL="3200400" algn="l" defTabSz="457200" rtl="0" eaLnBrk="1" latinLnBrk="0" hangingPunct="1">
      <a:defRPr kern="1200">
        <a:solidFill>
          <a:schemeClr val="tx1"/>
        </a:solidFill>
        <a:latin typeface="Calibri" charset="0"/>
        <a:ea typeface="ＭＳ Ｐゴシック" charset="0"/>
        <a:cs typeface="ＭＳ Ｐゴシック" charset="0"/>
      </a:defRPr>
    </a:lvl8pPr>
    <a:lvl9pPr marL="3657600" algn="l" defTabSz="457200" rtl="0" eaLnBrk="1" latinLnBrk="0" hangingPunct="1">
      <a:defRPr kern="1200">
        <a:solidFill>
          <a:schemeClr val="tx1"/>
        </a:solidFill>
        <a:latin typeface="Calibri" charset="0"/>
        <a:ea typeface="ＭＳ Ｐゴシック" charset="0"/>
        <a:cs typeface="ＭＳ Ｐゴシック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63E38"/>
    <a:srgbClr val="FAD4B1"/>
    <a:srgbClr val="CEAC83"/>
    <a:srgbClr val="2C2921"/>
    <a:srgbClr val="A68154"/>
    <a:srgbClr val="403426"/>
    <a:srgbClr val="604E35"/>
    <a:srgbClr val="CEA56F"/>
    <a:srgbClr val="BEA477"/>
    <a:srgbClr val="5F534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7A0A7D9-CA47-4E68-824B-A7B62A9F38F9}" v="474" dt="2025-09-14T21:31:39.316"/>
    <p1510:client id="{8267B2B7-0795-D2F6-B83E-4147A9EF20FB}" v="1" dt="2025-09-14T20:28:45.853"/>
    <p1510:client id="{F6086FCD-69D0-83F9-E413-8D97A5B578E7}" v="972" dt="2025-09-14T20:18:40.601"/>
    <p1510:client id="{FB2A2D81-72C1-D4E7-FEA2-2873B5B66FEE}" v="2" dt="2025-09-14T19:15:04.883"/>
  </p1510:revLst>
</p1510:revInfo>
</file>

<file path=ppt/tableStyles.xml><?xml version="1.0" encoding="utf-8"?>
<a:tblStyleLst xmlns:a="http://schemas.openxmlformats.org/drawingml/2006/main" def="{B301B821-A1FF-4177-AEE7-76D212191A09}">
  <a:tblStyle styleId="{B301B821-A1FF-4177-AEE7-76D212191A09}" styleName="Medium Style 9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band2V>
      <a:tcStyle>
        <a:tcBdr/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seCell>
      <a:tcStyle>
        <a:tcBdr/>
      </a:tcStyle>
    </a:seCell>
    <a:swCell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  <a:neCell>
      <a:tcStyle>
        <a:tcBdr/>
      </a:tcStyle>
    </a:neCell>
    <a:nwCell>
      <a:tcStyle>
        <a:tcBdr/>
      </a:tcStyle>
    </a:nwCell>
  </a:tblStyle>
  <a:tblStyle styleId="{9DCAF9ED-07DC-4A11-8D7F-57B35C25682E}" styleName="Medium Style 10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band2V>
      <a:tcStyle>
        <a:tcBdr/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seCell>
      <a:tcStyle>
        <a:tcBdr/>
      </a:tcStyle>
    </a:seCell>
    <a:swCell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  <a:neCell>
      <a:tcStyle>
        <a:tcBdr/>
      </a:tcStyle>
    </a:neCell>
    <a:nwCell>
      <a:tcStyle>
        <a:tcBdr/>
      </a:tcStyle>
    </a:nwCell>
  </a:tblStyle>
  <a:tblStyle styleId="{793D81CF-94F2-401A-BA57-92F5A7B2D0C5}" styleName="Medium Style 8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band2V>
      <a:tcStyle>
        <a:tcBdr/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Style>
        <a:tcBdr/>
      </a:tcStyle>
    </a:seCell>
    <a:swCell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  <a:neCell>
      <a:tcStyle>
        <a:tcBdr/>
      </a:tcStyle>
    </a:neCell>
    <a:nwCell>
      <a:tcStyle>
        <a:tcBdr/>
      </a:tcStyle>
    </a:nwCell>
  </a:tblStyle>
  <a:tblStyle styleId="{5FD0F851-EC5A-4D38-B0AD-8093EC10F338}" styleName="Light Style 6">
    <a:wholeTbl>
      <a:tcTxStyle>
        <a:fontRef idx="minor">
          <a:scrgbClr r="0" g="0" b="0"/>
        </a:fontRef>
        <a:schemeClr val="accent5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band2V>
      <a:tcStyle>
        <a:tcBdr/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seCell>
      <a:tcStyle>
        <a:tcBdr/>
      </a:tcStyle>
    </a:seCell>
    <a:swCell>
      <a:tcStyle>
        <a:tcBdr/>
      </a:tcStyle>
    </a:swCell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  <a:neCell>
      <a:tcStyle>
        <a:tcBdr/>
      </a:tcStyle>
    </a:neCell>
    <a:nwCell>
      <a:tcStyle>
        <a:tcBdr/>
      </a:tcStyle>
    </a:nwCell>
  </a:tblStyle>
  <a:tblStyle styleId="{1FECB4D8-DB02-4DC6-A0A2-4F2EBAE1DC90}" styleName="Medium Style 1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band2V>
      <a:tcStyle>
        <a:tcBdr/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seCell>
      <a:tcStyle>
        <a:tcBdr/>
      </a:tcStyle>
    </a:seCell>
    <a:swCell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  <a:neCell>
      <a:tcStyle>
        <a:tcBdr/>
      </a:tcStyle>
    </a:neCell>
    <a:nwCell>
      <a:tcStyle>
        <a:tcBdr/>
      </a:tcStyle>
    </a:nwCell>
  </a:tblStyle>
  <a:tblStyle styleId="{3B4B98B0-60AC-42C2-AFA5-B58CD77FA1E5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band2V>
      <a:tcStyle>
        <a:tcBdr/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seCell>
      <a:tcStyle>
        <a:tcBdr/>
      </a:tcStyle>
    </a:seCell>
    <a:swCell>
      <a:tcStyle>
        <a:tcBdr/>
      </a:tcStyle>
    </a:swCell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  <a:neCell>
      <a:tcStyle>
        <a:tcBdr/>
      </a:tcStyle>
    </a:neCell>
    <a:nwCell>
      <a:tcStyle>
        <a:tcBdr/>
      </a:tcStyle>
    </a:nwCell>
  </a:tblStyle>
  <a:tblStyle styleId="{0E3FDE45-AF77-4B5C-9715-49D594BDF05E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band2V>
      <a:tcStyle>
        <a:tcBdr/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seCell>
      <a:tcStyle>
        <a:tcBdr/>
      </a:tcStyle>
    </a:seCell>
    <a:swCell>
      <a:tcStyle>
        <a:tcBdr/>
      </a:tcStyle>
    </a:swCell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  <a:neCell>
      <a:tcStyle>
        <a:tcBdr/>
      </a:tcStyle>
    </a:neCell>
    <a:nwCell>
      <a:tcStyle>
        <a:tcBdr/>
      </a:tcStyle>
    </a:nwCell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384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6/11/relationships/changesInfo" Target="changesInfos/changesInfo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keth Reddy Puchakayala" userId="S::spuchak@gmu.edu::9857d9d4-2f9d-48b7-9d36-0a7cfa76977e" providerId="AD" clId="Web-{F6086FCD-69D0-83F9-E413-8D97A5B578E7}"/>
    <pc:docChg chg="addSld delSld modSld sldOrd">
      <pc:chgData name="Saketh Reddy Puchakayala" userId="S::spuchak@gmu.edu::9857d9d4-2f9d-48b7-9d36-0a7cfa76977e" providerId="AD" clId="Web-{F6086FCD-69D0-83F9-E413-8D97A5B578E7}" dt="2025-09-14T20:18:40.601" v="853" actId="14100"/>
      <pc:docMkLst>
        <pc:docMk/>
      </pc:docMkLst>
      <pc:sldChg chg="del">
        <pc:chgData name="Saketh Reddy Puchakayala" userId="S::spuchak@gmu.edu::9857d9d4-2f9d-48b7-9d36-0a7cfa76977e" providerId="AD" clId="Web-{F6086FCD-69D0-83F9-E413-8D97A5B578E7}" dt="2025-09-14T19:33:24.228" v="84"/>
        <pc:sldMkLst>
          <pc:docMk/>
          <pc:sldMk cId="4048708498" sldId="257"/>
        </pc:sldMkLst>
      </pc:sldChg>
      <pc:sldChg chg="addSp delSp modSp">
        <pc:chgData name="Saketh Reddy Puchakayala" userId="S::spuchak@gmu.edu::9857d9d4-2f9d-48b7-9d36-0a7cfa76977e" providerId="AD" clId="Web-{F6086FCD-69D0-83F9-E413-8D97A5B578E7}" dt="2025-09-14T19:42:45.462" v="162" actId="14100"/>
        <pc:sldMkLst>
          <pc:docMk/>
          <pc:sldMk cId="3075928610" sldId="258"/>
        </pc:sldMkLst>
        <pc:spChg chg="del">
          <ac:chgData name="Saketh Reddy Puchakayala" userId="S::spuchak@gmu.edu::9857d9d4-2f9d-48b7-9d36-0a7cfa76977e" providerId="AD" clId="Web-{F6086FCD-69D0-83F9-E413-8D97A5B578E7}" dt="2025-09-14T19:42:06.272" v="158"/>
          <ac:spMkLst>
            <pc:docMk/>
            <pc:sldMk cId="3075928610" sldId="258"/>
            <ac:spMk id="4" creationId="{B73E6715-4F5F-4584-87C1-489BBB9C8CFF}"/>
          </ac:spMkLst>
        </pc:spChg>
        <pc:spChg chg="del mod">
          <ac:chgData name="Saketh Reddy Puchakayala" userId="S::spuchak@gmu.edu::9857d9d4-2f9d-48b7-9d36-0a7cfa76977e" providerId="AD" clId="Web-{F6086FCD-69D0-83F9-E413-8D97A5B578E7}" dt="2025-09-14T19:41:46.191" v="157"/>
          <ac:spMkLst>
            <pc:docMk/>
            <pc:sldMk cId="3075928610" sldId="258"/>
            <ac:spMk id="6" creationId="{5FE2D3CE-F14F-4DED-A56B-7E3AD8D0D893}"/>
          </ac:spMkLst>
        </pc:spChg>
        <pc:picChg chg="add mod">
          <ac:chgData name="Saketh Reddy Puchakayala" userId="S::spuchak@gmu.edu::9857d9d4-2f9d-48b7-9d36-0a7cfa76977e" providerId="AD" clId="Web-{F6086FCD-69D0-83F9-E413-8D97A5B578E7}" dt="2025-09-14T19:42:45.462" v="162" actId="14100"/>
          <ac:picMkLst>
            <pc:docMk/>
            <pc:sldMk cId="3075928610" sldId="258"/>
            <ac:picMk id="3" creationId="{75B3D703-1151-B5C9-2EF0-D47974AE230E}"/>
          </ac:picMkLst>
        </pc:picChg>
      </pc:sldChg>
      <pc:sldChg chg="addSp delSp modSp">
        <pc:chgData name="Saketh Reddy Puchakayala" userId="S::spuchak@gmu.edu::9857d9d4-2f9d-48b7-9d36-0a7cfa76977e" providerId="AD" clId="Web-{F6086FCD-69D0-83F9-E413-8D97A5B578E7}" dt="2025-09-14T20:18:40.601" v="853" actId="14100"/>
        <pc:sldMkLst>
          <pc:docMk/>
          <pc:sldMk cId="2525081681" sldId="260"/>
        </pc:sldMkLst>
        <pc:spChg chg="mod">
          <ac:chgData name="Saketh Reddy Puchakayala" userId="S::spuchak@gmu.edu::9857d9d4-2f9d-48b7-9d36-0a7cfa76977e" providerId="AD" clId="Web-{F6086FCD-69D0-83F9-E413-8D97A5B578E7}" dt="2025-09-14T20:17:44.974" v="845" actId="1076"/>
          <ac:spMkLst>
            <pc:docMk/>
            <pc:sldMk cId="2525081681" sldId="260"/>
            <ac:spMk id="2" creationId="{ED2C42BB-A307-4C54-9DE5-FA4F7C75A30A}"/>
          </ac:spMkLst>
        </pc:spChg>
        <pc:spChg chg="mod">
          <ac:chgData name="Saketh Reddy Puchakayala" userId="S::spuchak@gmu.edu::9857d9d4-2f9d-48b7-9d36-0a7cfa76977e" providerId="AD" clId="Web-{F6086FCD-69D0-83F9-E413-8D97A5B578E7}" dt="2025-09-14T20:18:13.991" v="849" actId="1076"/>
          <ac:spMkLst>
            <pc:docMk/>
            <pc:sldMk cId="2525081681" sldId="260"/>
            <ac:spMk id="3" creationId="{3C03DE14-BD21-459E-911A-F0A4F0ACA948}"/>
          </ac:spMkLst>
        </pc:spChg>
        <pc:spChg chg="del mod">
          <ac:chgData name="Saketh Reddy Puchakayala" userId="S::spuchak@gmu.edu::9857d9d4-2f9d-48b7-9d36-0a7cfa76977e" providerId="AD" clId="Web-{F6086FCD-69D0-83F9-E413-8D97A5B578E7}" dt="2025-09-14T20:12:06.540" v="603"/>
          <ac:spMkLst>
            <pc:docMk/>
            <pc:sldMk cId="2525081681" sldId="260"/>
            <ac:spMk id="5" creationId="{0BF27D43-F6E9-42B7-BD8B-AC32E8DEF95A}"/>
          </ac:spMkLst>
        </pc:spChg>
        <pc:picChg chg="add mod">
          <ac:chgData name="Saketh Reddy Puchakayala" userId="S::spuchak@gmu.edu::9857d9d4-2f9d-48b7-9d36-0a7cfa76977e" providerId="AD" clId="Web-{F6086FCD-69D0-83F9-E413-8D97A5B578E7}" dt="2025-09-14T20:18:40.601" v="853" actId="14100"/>
          <ac:picMkLst>
            <pc:docMk/>
            <pc:sldMk cId="2525081681" sldId="260"/>
            <ac:picMk id="6" creationId="{22E1AAEA-0E6B-EE5C-072C-CD98636038AD}"/>
          </ac:picMkLst>
        </pc:picChg>
      </pc:sldChg>
      <pc:sldChg chg="addSp delSp modSp">
        <pc:chgData name="Saketh Reddy Puchakayala" userId="S::spuchak@gmu.edu::9857d9d4-2f9d-48b7-9d36-0a7cfa76977e" providerId="AD" clId="Web-{F6086FCD-69D0-83F9-E413-8D97A5B578E7}" dt="2025-09-14T20:09:50.253" v="601" actId="1076"/>
        <pc:sldMkLst>
          <pc:docMk/>
          <pc:sldMk cId="2636412158" sldId="261"/>
        </pc:sldMkLst>
        <pc:spChg chg="mod">
          <ac:chgData name="Saketh Reddy Puchakayala" userId="S::spuchak@gmu.edu::9857d9d4-2f9d-48b7-9d36-0a7cfa76977e" providerId="AD" clId="Web-{F6086FCD-69D0-83F9-E413-8D97A5B578E7}" dt="2025-09-14T20:09:31.642" v="599" actId="14100"/>
          <ac:spMkLst>
            <pc:docMk/>
            <pc:sldMk cId="2636412158" sldId="261"/>
            <ac:spMk id="3" creationId="{90D5D966-EBFC-4E58-A9A8-B793FE29B664}"/>
          </ac:spMkLst>
        </pc:spChg>
        <pc:spChg chg="del">
          <ac:chgData name="Saketh Reddy Puchakayala" userId="S::spuchak@gmu.edu::9857d9d4-2f9d-48b7-9d36-0a7cfa76977e" providerId="AD" clId="Web-{F6086FCD-69D0-83F9-E413-8D97A5B578E7}" dt="2025-09-14T20:05:15.617" v="568"/>
          <ac:spMkLst>
            <pc:docMk/>
            <pc:sldMk cId="2636412158" sldId="261"/>
            <ac:spMk id="4" creationId="{9DDC1C45-27E1-4ACA-9C96-832CB901F720}"/>
          </ac:spMkLst>
        </pc:spChg>
        <pc:spChg chg="add mod">
          <ac:chgData name="Saketh Reddy Puchakayala" userId="S::spuchak@gmu.edu::9857d9d4-2f9d-48b7-9d36-0a7cfa76977e" providerId="AD" clId="Web-{F6086FCD-69D0-83F9-E413-8D97A5B578E7}" dt="2025-09-14T20:09:01.328" v="595" actId="14100"/>
          <ac:spMkLst>
            <pc:docMk/>
            <pc:sldMk cId="2636412158" sldId="261"/>
            <ac:spMk id="5" creationId="{AA1442E0-C4F8-6BEB-64B1-E87E2E7126CD}"/>
          </ac:spMkLst>
        </pc:spChg>
        <pc:spChg chg="add mod">
          <ac:chgData name="Saketh Reddy Puchakayala" userId="S::spuchak@gmu.edu::9857d9d4-2f9d-48b7-9d36-0a7cfa76977e" providerId="AD" clId="Web-{F6086FCD-69D0-83F9-E413-8D97A5B578E7}" dt="2025-09-14T20:09:50.253" v="601" actId="1076"/>
          <ac:spMkLst>
            <pc:docMk/>
            <pc:sldMk cId="2636412158" sldId="261"/>
            <ac:spMk id="6" creationId="{2A734EDC-2F04-DE60-B6FF-2215B4AB2C11}"/>
          </ac:spMkLst>
        </pc:spChg>
        <pc:spChg chg="add mod">
          <ac:chgData name="Saketh Reddy Puchakayala" userId="S::spuchak@gmu.edu::9857d9d4-2f9d-48b7-9d36-0a7cfa76977e" providerId="AD" clId="Web-{F6086FCD-69D0-83F9-E413-8D97A5B578E7}" dt="2025-09-14T20:09:42.315" v="600" actId="1076"/>
          <ac:spMkLst>
            <pc:docMk/>
            <pc:sldMk cId="2636412158" sldId="261"/>
            <ac:spMk id="7" creationId="{2A0E1143-6A9E-ACB2-577C-1AB4E82D13B0}"/>
          </ac:spMkLst>
        </pc:spChg>
      </pc:sldChg>
      <pc:sldChg chg="addSp delSp modSp">
        <pc:chgData name="Saketh Reddy Puchakayala" userId="S::spuchak@gmu.edu::9857d9d4-2f9d-48b7-9d36-0a7cfa76977e" providerId="AD" clId="Web-{F6086FCD-69D0-83F9-E413-8D97A5B578E7}" dt="2025-09-14T19:59:55.404" v="496"/>
        <pc:sldMkLst>
          <pc:docMk/>
          <pc:sldMk cId="3894055461" sldId="262"/>
        </pc:sldMkLst>
        <pc:spChg chg="del">
          <ac:chgData name="Saketh Reddy Puchakayala" userId="S::spuchak@gmu.edu::9857d9d4-2f9d-48b7-9d36-0a7cfa76977e" providerId="AD" clId="Web-{F6086FCD-69D0-83F9-E413-8D97A5B578E7}" dt="2025-09-14T19:59:32.637" v="442"/>
          <ac:spMkLst>
            <pc:docMk/>
            <pc:sldMk cId="3894055461" sldId="262"/>
            <ac:spMk id="3" creationId="{8AD49044-322B-4E2B-9D99-A3728A7CE602}"/>
          </ac:spMkLst>
        </pc:spChg>
        <pc:spChg chg="del mod">
          <ac:chgData name="Saketh Reddy Puchakayala" userId="S::spuchak@gmu.edu::9857d9d4-2f9d-48b7-9d36-0a7cfa76977e" providerId="AD" clId="Web-{F6086FCD-69D0-83F9-E413-8D97A5B578E7}" dt="2025-09-14T19:54:29.593" v="355"/>
          <ac:spMkLst>
            <pc:docMk/>
            <pc:sldMk cId="3894055461" sldId="262"/>
            <ac:spMk id="4" creationId="{D520621B-D25D-4685-9E80-D19855841B39}"/>
          </ac:spMkLst>
        </pc:spChg>
        <pc:spChg chg="del mod">
          <ac:chgData name="Saketh Reddy Puchakayala" userId="S::spuchak@gmu.edu::9857d9d4-2f9d-48b7-9d36-0a7cfa76977e" providerId="AD" clId="Web-{F6086FCD-69D0-83F9-E413-8D97A5B578E7}" dt="2025-09-14T19:54:23.453" v="352"/>
          <ac:spMkLst>
            <pc:docMk/>
            <pc:sldMk cId="3894055461" sldId="262"/>
            <ac:spMk id="5" creationId="{AF648AF6-3B43-44F2-80E5-A1A9ED0FA8CF}"/>
          </ac:spMkLst>
        </pc:spChg>
        <pc:spChg chg="add del mod">
          <ac:chgData name="Saketh Reddy Puchakayala" userId="S::spuchak@gmu.edu::9857d9d4-2f9d-48b7-9d36-0a7cfa76977e" providerId="AD" clId="Web-{F6086FCD-69D0-83F9-E413-8D97A5B578E7}" dt="2025-09-14T19:59:38.747" v="443"/>
          <ac:spMkLst>
            <pc:docMk/>
            <pc:sldMk cId="3894055461" sldId="262"/>
            <ac:spMk id="9" creationId="{D94AD754-38E3-CC69-985C-DD7BFFBF6D35}"/>
          </ac:spMkLst>
        </pc:spChg>
        <pc:graphicFrameChg chg="add mod modGraphic">
          <ac:chgData name="Saketh Reddy Puchakayala" userId="S::spuchak@gmu.edu::9857d9d4-2f9d-48b7-9d36-0a7cfa76977e" providerId="AD" clId="Web-{F6086FCD-69D0-83F9-E413-8D97A5B578E7}" dt="2025-09-14T19:59:55.404" v="496"/>
          <ac:graphicFrameMkLst>
            <pc:docMk/>
            <pc:sldMk cId="3894055461" sldId="262"/>
            <ac:graphicFrameMk id="7" creationId="{14856051-2C4F-7AB5-5A6B-8A54944D5A1E}"/>
          </ac:graphicFrameMkLst>
        </pc:graphicFrameChg>
      </pc:sldChg>
      <pc:sldChg chg="addSp delSp modSp">
        <pc:chgData name="Saketh Reddy Puchakayala" userId="S::spuchak@gmu.edu::9857d9d4-2f9d-48b7-9d36-0a7cfa76977e" providerId="AD" clId="Web-{F6086FCD-69D0-83F9-E413-8D97A5B578E7}" dt="2025-09-14T19:53:32.296" v="350"/>
        <pc:sldMkLst>
          <pc:docMk/>
          <pc:sldMk cId="1689589358" sldId="263"/>
        </pc:sldMkLst>
        <pc:spChg chg="del">
          <ac:chgData name="Saketh Reddy Puchakayala" userId="S::spuchak@gmu.edu::9857d9d4-2f9d-48b7-9d36-0a7cfa76977e" providerId="AD" clId="Web-{F6086FCD-69D0-83F9-E413-8D97A5B578E7}" dt="2025-09-14T19:52:04.420" v="345"/>
          <ac:spMkLst>
            <pc:docMk/>
            <pc:sldMk cId="1689589358" sldId="263"/>
            <ac:spMk id="4" creationId="{A4A0A745-19B7-4532-93E8-2DE770694AE5}"/>
          </ac:spMkLst>
        </pc:spChg>
        <pc:graphicFrameChg chg="add mod modGraphic">
          <ac:chgData name="Saketh Reddy Puchakayala" userId="S::spuchak@gmu.edu::9857d9d4-2f9d-48b7-9d36-0a7cfa76977e" providerId="AD" clId="Web-{F6086FCD-69D0-83F9-E413-8D97A5B578E7}" dt="2025-09-14T19:53:32.296" v="350"/>
          <ac:graphicFrameMkLst>
            <pc:docMk/>
            <pc:sldMk cId="1689589358" sldId="263"/>
            <ac:graphicFrameMk id="5" creationId="{537F3175-56FC-7015-FADD-8D79859F2637}"/>
          </ac:graphicFrameMkLst>
        </pc:graphicFrameChg>
      </pc:sldChg>
      <pc:sldChg chg="addSp delSp modSp">
        <pc:chgData name="Saketh Reddy Puchakayala" userId="S::spuchak@gmu.edu::9857d9d4-2f9d-48b7-9d36-0a7cfa76977e" providerId="AD" clId="Web-{F6086FCD-69D0-83F9-E413-8D97A5B578E7}" dt="2025-09-14T19:51:14.044" v="344" actId="1076"/>
        <pc:sldMkLst>
          <pc:docMk/>
          <pc:sldMk cId="1503840998" sldId="264"/>
        </pc:sldMkLst>
        <pc:graphicFrameChg chg="del">
          <ac:chgData name="Saketh Reddy Puchakayala" userId="S::spuchak@gmu.edu::9857d9d4-2f9d-48b7-9d36-0a7cfa76977e" providerId="AD" clId="Web-{F6086FCD-69D0-83F9-E413-8D97A5B578E7}" dt="2025-09-14T19:50:52.793" v="342"/>
          <ac:graphicFrameMkLst>
            <pc:docMk/>
            <pc:sldMk cId="1503840998" sldId="264"/>
            <ac:graphicFrameMk id="4" creationId="{F2B06B46-751D-4C9E-A075-C1A7C6F84020}"/>
          </ac:graphicFrameMkLst>
        </pc:graphicFrameChg>
        <pc:graphicFrameChg chg="add mod">
          <ac:chgData name="Saketh Reddy Puchakayala" userId="S::spuchak@gmu.edu::9857d9d4-2f9d-48b7-9d36-0a7cfa76977e" providerId="AD" clId="Web-{F6086FCD-69D0-83F9-E413-8D97A5B578E7}" dt="2025-09-14T19:51:14.044" v="344" actId="1076"/>
          <ac:graphicFrameMkLst>
            <pc:docMk/>
            <pc:sldMk cId="1503840998" sldId="264"/>
            <ac:graphicFrameMk id="5" creationId="{520DF14B-3109-F7CD-CA09-2354AEF8F2F2}"/>
          </ac:graphicFrameMkLst>
        </pc:graphicFrameChg>
      </pc:sldChg>
      <pc:sldChg chg="add del">
        <pc:chgData name="Saketh Reddy Puchakayala" userId="S::spuchak@gmu.edu::9857d9d4-2f9d-48b7-9d36-0a7cfa76977e" providerId="AD" clId="Web-{F6086FCD-69D0-83F9-E413-8D97A5B578E7}" dt="2025-09-14T19:32:38.916" v="68"/>
        <pc:sldMkLst>
          <pc:docMk/>
          <pc:sldMk cId="2710459708" sldId="273"/>
        </pc:sldMkLst>
      </pc:sldChg>
      <pc:sldChg chg="del">
        <pc:chgData name="Saketh Reddy Puchakayala" userId="S::spuchak@gmu.edu::9857d9d4-2f9d-48b7-9d36-0a7cfa76977e" providerId="AD" clId="Web-{F6086FCD-69D0-83F9-E413-8D97A5B578E7}" dt="2025-09-14T19:32:38.885" v="50"/>
        <pc:sldMkLst>
          <pc:docMk/>
          <pc:sldMk cId="3181403553" sldId="288"/>
        </pc:sldMkLst>
      </pc:sldChg>
      <pc:sldChg chg="del">
        <pc:chgData name="Saketh Reddy Puchakayala" userId="S::spuchak@gmu.edu::9857d9d4-2f9d-48b7-9d36-0a7cfa76977e" providerId="AD" clId="Web-{F6086FCD-69D0-83F9-E413-8D97A5B578E7}" dt="2025-09-14T19:32:38.869" v="32"/>
        <pc:sldMkLst>
          <pc:docMk/>
          <pc:sldMk cId="2844434945" sldId="303"/>
        </pc:sldMkLst>
      </pc:sldChg>
      <pc:sldChg chg="del">
        <pc:chgData name="Saketh Reddy Puchakayala" userId="S::spuchak@gmu.edu::9857d9d4-2f9d-48b7-9d36-0a7cfa76977e" providerId="AD" clId="Web-{F6086FCD-69D0-83F9-E413-8D97A5B578E7}" dt="2025-09-14T19:32:38.853" v="18"/>
        <pc:sldMkLst>
          <pc:docMk/>
          <pc:sldMk cId="1492503493" sldId="304"/>
        </pc:sldMkLst>
      </pc:sldChg>
      <pc:sldChg chg="del">
        <pc:chgData name="Saketh Reddy Puchakayala" userId="S::spuchak@gmu.edu::9857d9d4-2f9d-48b7-9d36-0a7cfa76977e" providerId="AD" clId="Web-{F6086FCD-69D0-83F9-E413-8D97A5B578E7}" dt="2025-09-14T19:32:38.853" v="21"/>
        <pc:sldMkLst>
          <pc:docMk/>
          <pc:sldMk cId="3653809232" sldId="305"/>
        </pc:sldMkLst>
      </pc:sldChg>
      <pc:sldChg chg="del">
        <pc:chgData name="Saketh Reddy Puchakayala" userId="S::spuchak@gmu.edu::9857d9d4-2f9d-48b7-9d36-0a7cfa76977e" providerId="AD" clId="Web-{F6086FCD-69D0-83F9-E413-8D97A5B578E7}" dt="2025-09-14T19:32:38.853" v="20"/>
        <pc:sldMkLst>
          <pc:docMk/>
          <pc:sldMk cId="1444046427" sldId="306"/>
        </pc:sldMkLst>
      </pc:sldChg>
      <pc:sldChg chg="del">
        <pc:chgData name="Saketh Reddy Puchakayala" userId="S::spuchak@gmu.edu::9857d9d4-2f9d-48b7-9d36-0a7cfa76977e" providerId="AD" clId="Web-{F6086FCD-69D0-83F9-E413-8D97A5B578E7}" dt="2025-09-14T19:32:38.838" v="10"/>
        <pc:sldMkLst>
          <pc:docMk/>
          <pc:sldMk cId="1135335" sldId="319"/>
        </pc:sldMkLst>
      </pc:sldChg>
      <pc:sldChg chg="del">
        <pc:chgData name="Saketh Reddy Puchakayala" userId="S::spuchak@gmu.edu::9857d9d4-2f9d-48b7-9d36-0a7cfa76977e" providerId="AD" clId="Web-{F6086FCD-69D0-83F9-E413-8D97A5B578E7}" dt="2025-09-14T19:32:38.838" v="12"/>
        <pc:sldMkLst>
          <pc:docMk/>
          <pc:sldMk cId="3150691172" sldId="320"/>
        </pc:sldMkLst>
      </pc:sldChg>
      <pc:sldChg chg="delSp modSp">
        <pc:chgData name="Saketh Reddy Puchakayala" userId="S::spuchak@gmu.edu::9857d9d4-2f9d-48b7-9d36-0a7cfa76977e" providerId="AD" clId="Web-{F6086FCD-69D0-83F9-E413-8D97A5B578E7}" dt="2025-09-14T19:50:04.416" v="341" actId="1076"/>
        <pc:sldMkLst>
          <pc:docMk/>
          <pc:sldMk cId="1172948544" sldId="321"/>
        </pc:sldMkLst>
        <pc:spChg chg="mod">
          <ac:chgData name="Saketh Reddy Puchakayala" userId="S::spuchak@gmu.edu::9857d9d4-2f9d-48b7-9d36-0a7cfa76977e" providerId="AD" clId="Web-{F6086FCD-69D0-83F9-E413-8D97A5B578E7}" dt="2025-09-14T19:50:04.416" v="341" actId="1076"/>
          <ac:spMkLst>
            <pc:docMk/>
            <pc:sldMk cId="1172948544" sldId="321"/>
            <ac:spMk id="3" creationId="{AE07E9A3-E917-9C6D-B070-C2895BA04DD8}"/>
          </ac:spMkLst>
        </pc:spChg>
        <pc:spChg chg="del mod">
          <ac:chgData name="Saketh Reddy Puchakayala" userId="S::spuchak@gmu.edu::9857d9d4-2f9d-48b7-9d36-0a7cfa76977e" providerId="AD" clId="Web-{F6086FCD-69D0-83F9-E413-8D97A5B578E7}" dt="2025-09-14T19:44:45.562" v="165"/>
          <ac:spMkLst>
            <pc:docMk/>
            <pc:sldMk cId="1172948544" sldId="321"/>
            <ac:spMk id="4" creationId="{5D4DFCDE-313B-A5A2-25DD-EF51E6649B7B}"/>
          </ac:spMkLst>
        </pc:spChg>
      </pc:sldChg>
      <pc:sldChg chg="del">
        <pc:chgData name="Saketh Reddy Puchakayala" userId="S::spuchak@gmu.edu::9857d9d4-2f9d-48b7-9d36-0a7cfa76977e" providerId="AD" clId="Web-{F6086FCD-69D0-83F9-E413-8D97A5B578E7}" dt="2025-09-14T19:32:38.853" v="19"/>
        <pc:sldMkLst>
          <pc:docMk/>
          <pc:sldMk cId="1768634079" sldId="324"/>
        </pc:sldMkLst>
      </pc:sldChg>
      <pc:sldChg chg="del">
        <pc:chgData name="Saketh Reddy Puchakayala" userId="S::spuchak@gmu.edu::9857d9d4-2f9d-48b7-9d36-0a7cfa76977e" providerId="AD" clId="Web-{F6086FCD-69D0-83F9-E413-8D97A5B578E7}" dt="2025-09-14T19:32:38.838" v="11"/>
        <pc:sldMkLst>
          <pc:docMk/>
          <pc:sldMk cId="1838276706" sldId="325"/>
        </pc:sldMkLst>
      </pc:sldChg>
      <pc:sldChg chg="del">
        <pc:chgData name="Saketh Reddy Puchakayala" userId="S::spuchak@gmu.edu::9857d9d4-2f9d-48b7-9d36-0a7cfa76977e" providerId="AD" clId="Web-{F6086FCD-69D0-83F9-E413-8D97A5B578E7}" dt="2025-09-14T19:33:20.557" v="76"/>
        <pc:sldMkLst>
          <pc:docMk/>
          <pc:sldMk cId="154134434" sldId="326"/>
        </pc:sldMkLst>
      </pc:sldChg>
      <pc:sldChg chg="modSp ord">
        <pc:chgData name="Saketh Reddy Puchakayala" userId="S::spuchak@gmu.edu::9857d9d4-2f9d-48b7-9d36-0a7cfa76977e" providerId="AD" clId="Web-{F6086FCD-69D0-83F9-E413-8D97A5B578E7}" dt="2025-09-14T19:41:08.155" v="154" actId="20577"/>
        <pc:sldMkLst>
          <pc:docMk/>
          <pc:sldMk cId="1243389425" sldId="327"/>
        </pc:sldMkLst>
        <pc:spChg chg="mod">
          <ac:chgData name="Saketh Reddy Puchakayala" userId="S::spuchak@gmu.edu::9857d9d4-2f9d-48b7-9d36-0a7cfa76977e" providerId="AD" clId="Web-{F6086FCD-69D0-83F9-E413-8D97A5B578E7}" dt="2025-09-14T19:41:08.155" v="154" actId="20577"/>
          <ac:spMkLst>
            <pc:docMk/>
            <pc:sldMk cId="1243389425" sldId="327"/>
            <ac:spMk id="3" creationId="{00000000-0000-0000-0000-000000000000}"/>
          </ac:spMkLst>
        </pc:spChg>
      </pc:sldChg>
      <pc:sldChg chg="del">
        <pc:chgData name="Saketh Reddy Puchakayala" userId="S::spuchak@gmu.edu::9857d9d4-2f9d-48b7-9d36-0a7cfa76977e" providerId="AD" clId="Web-{F6086FCD-69D0-83F9-E413-8D97A5B578E7}" dt="2025-09-14T19:32:38.838" v="13"/>
        <pc:sldMkLst>
          <pc:docMk/>
          <pc:sldMk cId="93684333" sldId="332"/>
        </pc:sldMkLst>
      </pc:sldChg>
      <pc:sldChg chg="addSp modSp new del">
        <pc:chgData name="Saketh Reddy Puchakayala" userId="S::spuchak@gmu.edu::9857d9d4-2f9d-48b7-9d36-0a7cfa76977e" providerId="AD" clId="Web-{F6086FCD-69D0-83F9-E413-8D97A5B578E7}" dt="2025-09-14T20:00:03.030" v="497"/>
        <pc:sldMkLst>
          <pc:docMk/>
          <pc:sldMk cId="3636898901" sldId="340"/>
        </pc:sldMkLst>
        <pc:graphicFrameChg chg="add mod modGraphic">
          <ac:chgData name="Saketh Reddy Puchakayala" userId="S::spuchak@gmu.edu::9857d9d4-2f9d-48b7-9d36-0a7cfa76977e" providerId="AD" clId="Web-{F6086FCD-69D0-83F9-E413-8D97A5B578E7}" dt="2025-09-14T19:57:44.860" v="369" actId="1076"/>
          <ac:graphicFrameMkLst>
            <pc:docMk/>
            <pc:sldMk cId="3636898901" sldId="340"/>
            <ac:graphicFrameMk id="5" creationId="{86A6CC01-968B-4931-D163-9425F93D0300}"/>
          </ac:graphicFrameMkLst>
        </pc:graphicFrameChg>
      </pc:sldChg>
      <pc:sldChg chg="del">
        <pc:chgData name="Saketh Reddy Puchakayala" userId="S::spuchak@gmu.edu::9857d9d4-2f9d-48b7-9d36-0a7cfa76977e" providerId="AD" clId="Web-{F6086FCD-69D0-83F9-E413-8D97A5B578E7}" dt="2025-09-14T19:33:20.557" v="77"/>
        <pc:sldMkLst>
          <pc:docMk/>
          <pc:sldMk cId="4072434095" sldId="340"/>
        </pc:sldMkLst>
      </pc:sldChg>
      <pc:sldChg chg="del">
        <pc:chgData name="Saketh Reddy Puchakayala" userId="S::spuchak@gmu.edu::9857d9d4-2f9d-48b7-9d36-0a7cfa76977e" providerId="AD" clId="Web-{F6086FCD-69D0-83F9-E413-8D97A5B578E7}" dt="2025-09-14T19:33:20.557" v="83"/>
        <pc:sldMkLst>
          <pc:docMk/>
          <pc:sldMk cId="1580821303" sldId="341"/>
        </pc:sldMkLst>
      </pc:sldChg>
      <pc:sldChg chg="del">
        <pc:chgData name="Saketh Reddy Puchakayala" userId="S::spuchak@gmu.edu::9857d9d4-2f9d-48b7-9d36-0a7cfa76977e" providerId="AD" clId="Web-{F6086FCD-69D0-83F9-E413-8D97A5B578E7}" dt="2025-09-14T19:33:20.557" v="82"/>
        <pc:sldMkLst>
          <pc:docMk/>
          <pc:sldMk cId="1977811201" sldId="342"/>
        </pc:sldMkLst>
      </pc:sldChg>
      <pc:sldChg chg="del">
        <pc:chgData name="Saketh Reddy Puchakayala" userId="S::spuchak@gmu.edu::9857d9d4-2f9d-48b7-9d36-0a7cfa76977e" providerId="AD" clId="Web-{F6086FCD-69D0-83F9-E413-8D97A5B578E7}" dt="2025-09-14T19:33:20.557" v="81"/>
        <pc:sldMkLst>
          <pc:docMk/>
          <pc:sldMk cId="589480923" sldId="343"/>
        </pc:sldMkLst>
      </pc:sldChg>
      <pc:sldChg chg="del">
        <pc:chgData name="Saketh Reddy Puchakayala" userId="S::spuchak@gmu.edu::9857d9d4-2f9d-48b7-9d36-0a7cfa76977e" providerId="AD" clId="Web-{F6086FCD-69D0-83F9-E413-8D97A5B578E7}" dt="2025-09-14T19:33:20.557" v="80"/>
        <pc:sldMkLst>
          <pc:docMk/>
          <pc:sldMk cId="819512630" sldId="344"/>
        </pc:sldMkLst>
      </pc:sldChg>
      <pc:sldChg chg="del">
        <pc:chgData name="Saketh Reddy Puchakayala" userId="S::spuchak@gmu.edu::9857d9d4-2f9d-48b7-9d36-0a7cfa76977e" providerId="AD" clId="Web-{F6086FCD-69D0-83F9-E413-8D97A5B578E7}" dt="2025-09-14T19:33:20.557" v="79"/>
        <pc:sldMkLst>
          <pc:docMk/>
          <pc:sldMk cId="3777654676" sldId="345"/>
        </pc:sldMkLst>
      </pc:sldChg>
      <pc:sldChg chg="del">
        <pc:chgData name="Saketh Reddy Puchakayala" userId="S::spuchak@gmu.edu::9857d9d4-2f9d-48b7-9d36-0a7cfa76977e" providerId="AD" clId="Web-{F6086FCD-69D0-83F9-E413-8D97A5B578E7}" dt="2025-09-14T19:33:20.557" v="78"/>
        <pc:sldMkLst>
          <pc:docMk/>
          <pc:sldMk cId="859757489" sldId="346"/>
        </pc:sldMkLst>
      </pc:sldChg>
      <pc:sldChg chg="del">
        <pc:chgData name="Saketh Reddy Puchakayala" userId="S::spuchak@gmu.edu::9857d9d4-2f9d-48b7-9d36-0a7cfa76977e" providerId="AD" clId="Web-{F6086FCD-69D0-83F9-E413-8D97A5B578E7}" dt="2025-09-14T19:33:20.541" v="69"/>
        <pc:sldMkLst>
          <pc:docMk/>
          <pc:sldMk cId="4249655288" sldId="348"/>
        </pc:sldMkLst>
      </pc:sldChg>
      <pc:sldChg chg="del">
        <pc:chgData name="Saketh Reddy Puchakayala" userId="S::spuchak@gmu.edu::9857d9d4-2f9d-48b7-9d36-0a7cfa76977e" providerId="AD" clId="Web-{F6086FCD-69D0-83F9-E413-8D97A5B578E7}" dt="2025-09-14T19:33:20.557" v="75"/>
        <pc:sldMkLst>
          <pc:docMk/>
          <pc:sldMk cId="1873952618" sldId="349"/>
        </pc:sldMkLst>
      </pc:sldChg>
      <pc:sldChg chg="del">
        <pc:chgData name="Saketh Reddy Puchakayala" userId="S::spuchak@gmu.edu::9857d9d4-2f9d-48b7-9d36-0a7cfa76977e" providerId="AD" clId="Web-{F6086FCD-69D0-83F9-E413-8D97A5B578E7}" dt="2025-09-14T19:33:20.557" v="74"/>
        <pc:sldMkLst>
          <pc:docMk/>
          <pc:sldMk cId="1808512014" sldId="350"/>
        </pc:sldMkLst>
      </pc:sldChg>
      <pc:sldChg chg="del">
        <pc:chgData name="Saketh Reddy Puchakayala" userId="S::spuchak@gmu.edu::9857d9d4-2f9d-48b7-9d36-0a7cfa76977e" providerId="AD" clId="Web-{F6086FCD-69D0-83F9-E413-8D97A5B578E7}" dt="2025-09-14T19:33:20.541" v="73"/>
        <pc:sldMkLst>
          <pc:docMk/>
          <pc:sldMk cId="3801489180" sldId="351"/>
        </pc:sldMkLst>
      </pc:sldChg>
      <pc:sldChg chg="del">
        <pc:chgData name="Saketh Reddy Puchakayala" userId="S::spuchak@gmu.edu::9857d9d4-2f9d-48b7-9d36-0a7cfa76977e" providerId="AD" clId="Web-{F6086FCD-69D0-83F9-E413-8D97A5B578E7}" dt="2025-09-14T19:33:20.541" v="72"/>
        <pc:sldMkLst>
          <pc:docMk/>
          <pc:sldMk cId="3124970806" sldId="352"/>
        </pc:sldMkLst>
      </pc:sldChg>
      <pc:sldChg chg="del">
        <pc:chgData name="Saketh Reddy Puchakayala" userId="S::spuchak@gmu.edu::9857d9d4-2f9d-48b7-9d36-0a7cfa76977e" providerId="AD" clId="Web-{F6086FCD-69D0-83F9-E413-8D97A5B578E7}" dt="2025-09-14T19:33:20.541" v="71"/>
        <pc:sldMkLst>
          <pc:docMk/>
          <pc:sldMk cId="4132114470" sldId="353"/>
        </pc:sldMkLst>
      </pc:sldChg>
      <pc:sldChg chg="del">
        <pc:chgData name="Saketh Reddy Puchakayala" userId="S::spuchak@gmu.edu::9857d9d4-2f9d-48b7-9d36-0a7cfa76977e" providerId="AD" clId="Web-{F6086FCD-69D0-83F9-E413-8D97A5B578E7}" dt="2025-09-14T19:33:20.541" v="70"/>
        <pc:sldMkLst>
          <pc:docMk/>
          <pc:sldMk cId="1554687687" sldId="354"/>
        </pc:sldMkLst>
      </pc:sldChg>
      <pc:sldChg chg="del">
        <pc:chgData name="Saketh Reddy Puchakayala" userId="S::spuchak@gmu.edu::9857d9d4-2f9d-48b7-9d36-0a7cfa76977e" providerId="AD" clId="Web-{F6086FCD-69D0-83F9-E413-8D97A5B578E7}" dt="2025-09-14T19:32:38.900" v="56"/>
        <pc:sldMkLst>
          <pc:docMk/>
          <pc:sldMk cId="1729342055" sldId="355"/>
        </pc:sldMkLst>
      </pc:sldChg>
      <pc:sldChg chg="del">
        <pc:chgData name="Saketh Reddy Puchakayala" userId="S::spuchak@gmu.edu::9857d9d4-2f9d-48b7-9d36-0a7cfa76977e" providerId="AD" clId="Web-{F6086FCD-69D0-83F9-E413-8D97A5B578E7}" dt="2025-09-14T19:32:38.900" v="63"/>
        <pc:sldMkLst>
          <pc:docMk/>
          <pc:sldMk cId="3182686281" sldId="357"/>
        </pc:sldMkLst>
      </pc:sldChg>
      <pc:sldChg chg="add del">
        <pc:chgData name="Saketh Reddy Puchakayala" userId="S::spuchak@gmu.edu::9857d9d4-2f9d-48b7-9d36-0a7cfa76977e" providerId="AD" clId="Web-{F6086FCD-69D0-83F9-E413-8D97A5B578E7}" dt="2025-09-14T19:32:38.916" v="67"/>
        <pc:sldMkLst>
          <pc:docMk/>
          <pc:sldMk cId="2891533562" sldId="359"/>
        </pc:sldMkLst>
      </pc:sldChg>
      <pc:sldChg chg="add del">
        <pc:chgData name="Saketh Reddy Puchakayala" userId="S::spuchak@gmu.edu::9857d9d4-2f9d-48b7-9d36-0a7cfa76977e" providerId="AD" clId="Web-{F6086FCD-69D0-83F9-E413-8D97A5B578E7}" dt="2025-09-14T19:32:38.916" v="66"/>
        <pc:sldMkLst>
          <pc:docMk/>
          <pc:sldMk cId="519758028" sldId="360"/>
        </pc:sldMkLst>
      </pc:sldChg>
      <pc:sldChg chg="add del">
        <pc:chgData name="Saketh Reddy Puchakayala" userId="S::spuchak@gmu.edu::9857d9d4-2f9d-48b7-9d36-0a7cfa76977e" providerId="AD" clId="Web-{F6086FCD-69D0-83F9-E413-8D97A5B578E7}" dt="2025-09-14T19:32:38.916" v="65"/>
        <pc:sldMkLst>
          <pc:docMk/>
          <pc:sldMk cId="142129559" sldId="361"/>
        </pc:sldMkLst>
      </pc:sldChg>
      <pc:sldChg chg="add del">
        <pc:chgData name="Saketh Reddy Puchakayala" userId="S::spuchak@gmu.edu::9857d9d4-2f9d-48b7-9d36-0a7cfa76977e" providerId="AD" clId="Web-{F6086FCD-69D0-83F9-E413-8D97A5B578E7}" dt="2025-09-14T19:32:38.900" v="64"/>
        <pc:sldMkLst>
          <pc:docMk/>
          <pc:sldMk cId="3444542932" sldId="362"/>
        </pc:sldMkLst>
      </pc:sldChg>
      <pc:sldChg chg="del">
        <pc:chgData name="Saketh Reddy Puchakayala" userId="S::spuchak@gmu.edu::9857d9d4-2f9d-48b7-9d36-0a7cfa76977e" providerId="AD" clId="Web-{F6086FCD-69D0-83F9-E413-8D97A5B578E7}" dt="2025-09-14T19:32:38.885" v="51"/>
        <pc:sldMkLst>
          <pc:docMk/>
          <pc:sldMk cId="1783078735" sldId="363"/>
        </pc:sldMkLst>
      </pc:sldChg>
      <pc:sldChg chg="del">
        <pc:chgData name="Saketh Reddy Puchakayala" userId="S::spuchak@gmu.edu::9857d9d4-2f9d-48b7-9d36-0a7cfa76977e" providerId="AD" clId="Web-{F6086FCD-69D0-83F9-E413-8D97A5B578E7}" dt="2025-09-14T19:32:38.900" v="55"/>
        <pc:sldMkLst>
          <pc:docMk/>
          <pc:sldMk cId="218310027" sldId="365"/>
        </pc:sldMkLst>
      </pc:sldChg>
      <pc:sldChg chg="del">
        <pc:chgData name="Saketh Reddy Puchakayala" userId="S::spuchak@gmu.edu::9857d9d4-2f9d-48b7-9d36-0a7cfa76977e" providerId="AD" clId="Web-{F6086FCD-69D0-83F9-E413-8D97A5B578E7}" dt="2025-09-14T19:32:38.900" v="54"/>
        <pc:sldMkLst>
          <pc:docMk/>
          <pc:sldMk cId="191202835" sldId="366"/>
        </pc:sldMkLst>
      </pc:sldChg>
      <pc:sldChg chg="del">
        <pc:chgData name="Saketh Reddy Puchakayala" userId="S::spuchak@gmu.edu::9857d9d4-2f9d-48b7-9d36-0a7cfa76977e" providerId="AD" clId="Web-{F6086FCD-69D0-83F9-E413-8D97A5B578E7}" dt="2025-09-14T19:32:38.900" v="53"/>
        <pc:sldMkLst>
          <pc:docMk/>
          <pc:sldMk cId="1543467592" sldId="367"/>
        </pc:sldMkLst>
      </pc:sldChg>
      <pc:sldChg chg="del">
        <pc:chgData name="Saketh Reddy Puchakayala" userId="S::spuchak@gmu.edu::9857d9d4-2f9d-48b7-9d36-0a7cfa76977e" providerId="AD" clId="Web-{F6086FCD-69D0-83F9-E413-8D97A5B578E7}" dt="2025-09-14T19:32:38.900" v="52"/>
        <pc:sldMkLst>
          <pc:docMk/>
          <pc:sldMk cId="4277811832" sldId="368"/>
        </pc:sldMkLst>
      </pc:sldChg>
      <pc:sldChg chg="del">
        <pc:chgData name="Saketh Reddy Puchakayala" userId="S::spuchak@gmu.edu::9857d9d4-2f9d-48b7-9d36-0a7cfa76977e" providerId="AD" clId="Web-{F6086FCD-69D0-83F9-E413-8D97A5B578E7}" dt="2025-09-14T19:32:38.885" v="44"/>
        <pc:sldMkLst>
          <pc:docMk/>
          <pc:sldMk cId="3944604867" sldId="369"/>
        </pc:sldMkLst>
      </pc:sldChg>
      <pc:sldChg chg="del">
        <pc:chgData name="Saketh Reddy Puchakayala" userId="S::spuchak@gmu.edu::9857d9d4-2f9d-48b7-9d36-0a7cfa76977e" providerId="AD" clId="Web-{F6086FCD-69D0-83F9-E413-8D97A5B578E7}" dt="2025-09-14T19:32:38.869" v="38"/>
        <pc:sldMkLst>
          <pc:docMk/>
          <pc:sldMk cId="2714304879" sldId="370"/>
        </pc:sldMkLst>
      </pc:sldChg>
      <pc:sldChg chg="del">
        <pc:chgData name="Saketh Reddy Puchakayala" userId="S::spuchak@gmu.edu::9857d9d4-2f9d-48b7-9d36-0a7cfa76977e" providerId="AD" clId="Web-{F6086FCD-69D0-83F9-E413-8D97A5B578E7}" dt="2025-09-14T19:32:38.869" v="33"/>
        <pc:sldMkLst>
          <pc:docMk/>
          <pc:sldMk cId="688819093" sldId="371"/>
        </pc:sldMkLst>
      </pc:sldChg>
      <pc:sldChg chg="del">
        <pc:chgData name="Saketh Reddy Puchakayala" userId="S::spuchak@gmu.edu::9857d9d4-2f9d-48b7-9d36-0a7cfa76977e" providerId="AD" clId="Web-{F6086FCD-69D0-83F9-E413-8D97A5B578E7}" dt="2025-09-14T19:32:38.869" v="35"/>
        <pc:sldMkLst>
          <pc:docMk/>
          <pc:sldMk cId="1238935988" sldId="375"/>
        </pc:sldMkLst>
      </pc:sldChg>
      <pc:sldChg chg="del">
        <pc:chgData name="Saketh Reddy Puchakayala" userId="S::spuchak@gmu.edu::9857d9d4-2f9d-48b7-9d36-0a7cfa76977e" providerId="AD" clId="Web-{F6086FCD-69D0-83F9-E413-8D97A5B578E7}" dt="2025-09-14T19:32:38.869" v="34"/>
        <pc:sldMkLst>
          <pc:docMk/>
          <pc:sldMk cId="1399909534" sldId="376"/>
        </pc:sldMkLst>
      </pc:sldChg>
      <pc:sldChg chg="del">
        <pc:chgData name="Saketh Reddy Puchakayala" userId="S::spuchak@gmu.edu::9857d9d4-2f9d-48b7-9d36-0a7cfa76977e" providerId="AD" clId="Web-{F6086FCD-69D0-83F9-E413-8D97A5B578E7}" dt="2025-09-14T19:32:38.885" v="49"/>
        <pc:sldMkLst>
          <pc:docMk/>
          <pc:sldMk cId="1147692150" sldId="379"/>
        </pc:sldMkLst>
      </pc:sldChg>
      <pc:sldChg chg="del">
        <pc:chgData name="Saketh Reddy Puchakayala" userId="S::spuchak@gmu.edu::9857d9d4-2f9d-48b7-9d36-0a7cfa76977e" providerId="AD" clId="Web-{F6086FCD-69D0-83F9-E413-8D97A5B578E7}" dt="2025-09-14T19:32:38.885" v="48"/>
        <pc:sldMkLst>
          <pc:docMk/>
          <pc:sldMk cId="2260336624" sldId="380"/>
        </pc:sldMkLst>
      </pc:sldChg>
      <pc:sldChg chg="del">
        <pc:chgData name="Saketh Reddy Puchakayala" userId="S::spuchak@gmu.edu::9857d9d4-2f9d-48b7-9d36-0a7cfa76977e" providerId="AD" clId="Web-{F6086FCD-69D0-83F9-E413-8D97A5B578E7}" dt="2025-09-14T19:32:38.885" v="47"/>
        <pc:sldMkLst>
          <pc:docMk/>
          <pc:sldMk cId="4150747523" sldId="381"/>
        </pc:sldMkLst>
      </pc:sldChg>
      <pc:sldChg chg="del">
        <pc:chgData name="Saketh Reddy Puchakayala" userId="S::spuchak@gmu.edu::9857d9d4-2f9d-48b7-9d36-0a7cfa76977e" providerId="AD" clId="Web-{F6086FCD-69D0-83F9-E413-8D97A5B578E7}" dt="2025-09-14T19:32:38.885" v="46"/>
        <pc:sldMkLst>
          <pc:docMk/>
          <pc:sldMk cId="4177640019" sldId="382"/>
        </pc:sldMkLst>
      </pc:sldChg>
      <pc:sldChg chg="del">
        <pc:chgData name="Saketh Reddy Puchakayala" userId="S::spuchak@gmu.edu::9857d9d4-2f9d-48b7-9d36-0a7cfa76977e" providerId="AD" clId="Web-{F6086FCD-69D0-83F9-E413-8D97A5B578E7}" dt="2025-09-14T19:32:38.885" v="45"/>
        <pc:sldMkLst>
          <pc:docMk/>
          <pc:sldMk cId="3318671115" sldId="383"/>
        </pc:sldMkLst>
      </pc:sldChg>
      <pc:sldChg chg="del">
        <pc:chgData name="Saketh Reddy Puchakayala" userId="S::spuchak@gmu.edu::9857d9d4-2f9d-48b7-9d36-0a7cfa76977e" providerId="AD" clId="Web-{F6086FCD-69D0-83F9-E413-8D97A5B578E7}" dt="2025-09-14T19:32:38.869" v="39"/>
        <pc:sldMkLst>
          <pc:docMk/>
          <pc:sldMk cId="4283713669" sldId="389"/>
        </pc:sldMkLst>
      </pc:sldChg>
      <pc:sldChg chg="del">
        <pc:chgData name="Saketh Reddy Puchakayala" userId="S::spuchak@gmu.edu::9857d9d4-2f9d-48b7-9d36-0a7cfa76977e" providerId="AD" clId="Web-{F6086FCD-69D0-83F9-E413-8D97A5B578E7}" dt="2025-09-14T19:32:38.885" v="43"/>
        <pc:sldMkLst>
          <pc:docMk/>
          <pc:sldMk cId="1066633715" sldId="391"/>
        </pc:sldMkLst>
      </pc:sldChg>
      <pc:sldChg chg="del">
        <pc:chgData name="Saketh Reddy Puchakayala" userId="S::spuchak@gmu.edu::9857d9d4-2f9d-48b7-9d36-0a7cfa76977e" providerId="AD" clId="Web-{F6086FCD-69D0-83F9-E413-8D97A5B578E7}" dt="2025-09-14T19:32:38.869" v="42"/>
        <pc:sldMkLst>
          <pc:docMk/>
          <pc:sldMk cId="2940879732" sldId="392"/>
        </pc:sldMkLst>
      </pc:sldChg>
      <pc:sldChg chg="del">
        <pc:chgData name="Saketh Reddy Puchakayala" userId="S::spuchak@gmu.edu::9857d9d4-2f9d-48b7-9d36-0a7cfa76977e" providerId="AD" clId="Web-{F6086FCD-69D0-83F9-E413-8D97A5B578E7}" dt="2025-09-14T19:32:38.869" v="41"/>
        <pc:sldMkLst>
          <pc:docMk/>
          <pc:sldMk cId="676227471" sldId="399"/>
        </pc:sldMkLst>
      </pc:sldChg>
      <pc:sldChg chg="del">
        <pc:chgData name="Saketh Reddy Puchakayala" userId="S::spuchak@gmu.edu::9857d9d4-2f9d-48b7-9d36-0a7cfa76977e" providerId="AD" clId="Web-{F6086FCD-69D0-83F9-E413-8D97A5B578E7}" dt="2025-09-14T19:32:38.869" v="40"/>
        <pc:sldMkLst>
          <pc:docMk/>
          <pc:sldMk cId="1385034250" sldId="400"/>
        </pc:sldMkLst>
      </pc:sldChg>
      <pc:sldChg chg="del">
        <pc:chgData name="Saketh Reddy Puchakayala" userId="S::spuchak@gmu.edu::9857d9d4-2f9d-48b7-9d36-0a7cfa76977e" providerId="AD" clId="Web-{F6086FCD-69D0-83F9-E413-8D97A5B578E7}" dt="2025-09-14T19:32:38.853" v="22"/>
        <pc:sldMkLst>
          <pc:docMk/>
          <pc:sldMk cId="4170754920" sldId="402"/>
        </pc:sldMkLst>
      </pc:sldChg>
      <pc:sldChg chg="del">
        <pc:chgData name="Saketh Reddy Puchakayala" userId="S::spuchak@gmu.edu::9857d9d4-2f9d-48b7-9d36-0a7cfa76977e" providerId="AD" clId="Web-{F6086FCD-69D0-83F9-E413-8D97A5B578E7}" dt="2025-09-14T19:32:38.869" v="28"/>
        <pc:sldMkLst>
          <pc:docMk/>
          <pc:sldMk cId="2582235994" sldId="403"/>
        </pc:sldMkLst>
      </pc:sldChg>
      <pc:sldChg chg="del">
        <pc:chgData name="Saketh Reddy Puchakayala" userId="S::spuchak@gmu.edu::9857d9d4-2f9d-48b7-9d36-0a7cfa76977e" providerId="AD" clId="Web-{F6086FCD-69D0-83F9-E413-8D97A5B578E7}" dt="2025-09-14T19:32:38.869" v="31"/>
        <pc:sldMkLst>
          <pc:docMk/>
          <pc:sldMk cId="1032884269" sldId="405"/>
        </pc:sldMkLst>
      </pc:sldChg>
      <pc:sldChg chg="del">
        <pc:chgData name="Saketh Reddy Puchakayala" userId="S::spuchak@gmu.edu::9857d9d4-2f9d-48b7-9d36-0a7cfa76977e" providerId="AD" clId="Web-{F6086FCD-69D0-83F9-E413-8D97A5B578E7}" dt="2025-09-14T19:32:38.869" v="30"/>
        <pc:sldMkLst>
          <pc:docMk/>
          <pc:sldMk cId="3191538893" sldId="406"/>
        </pc:sldMkLst>
      </pc:sldChg>
      <pc:sldChg chg="del">
        <pc:chgData name="Saketh Reddy Puchakayala" userId="S::spuchak@gmu.edu::9857d9d4-2f9d-48b7-9d36-0a7cfa76977e" providerId="AD" clId="Web-{F6086FCD-69D0-83F9-E413-8D97A5B578E7}" dt="2025-09-14T19:32:38.869" v="29"/>
        <pc:sldMkLst>
          <pc:docMk/>
          <pc:sldMk cId="1438636262" sldId="407"/>
        </pc:sldMkLst>
      </pc:sldChg>
      <pc:sldChg chg="del">
        <pc:chgData name="Saketh Reddy Puchakayala" userId="S::spuchak@gmu.edu::9857d9d4-2f9d-48b7-9d36-0a7cfa76977e" providerId="AD" clId="Web-{F6086FCD-69D0-83F9-E413-8D97A5B578E7}" dt="2025-09-14T19:32:38.869" v="37"/>
        <pc:sldMkLst>
          <pc:docMk/>
          <pc:sldMk cId="847616103" sldId="408"/>
        </pc:sldMkLst>
      </pc:sldChg>
      <pc:sldChg chg="del">
        <pc:chgData name="Saketh Reddy Puchakayala" userId="S::spuchak@gmu.edu::9857d9d4-2f9d-48b7-9d36-0a7cfa76977e" providerId="AD" clId="Web-{F6086FCD-69D0-83F9-E413-8D97A5B578E7}" dt="2025-09-14T19:32:38.869" v="36"/>
        <pc:sldMkLst>
          <pc:docMk/>
          <pc:sldMk cId="668801949" sldId="409"/>
        </pc:sldMkLst>
      </pc:sldChg>
      <pc:sldChg chg="del">
        <pc:chgData name="Saketh Reddy Puchakayala" userId="S::spuchak@gmu.edu::9857d9d4-2f9d-48b7-9d36-0a7cfa76977e" providerId="AD" clId="Web-{F6086FCD-69D0-83F9-E413-8D97A5B578E7}" dt="2025-09-14T19:32:38.900" v="62"/>
        <pc:sldMkLst>
          <pc:docMk/>
          <pc:sldMk cId="2570379380" sldId="410"/>
        </pc:sldMkLst>
      </pc:sldChg>
      <pc:sldChg chg="del">
        <pc:chgData name="Saketh Reddy Puchakayala" userId="S::spuchak@gmu.edu::9857d9d4-2f9d-48b7-9d36-0a7cfa76977e" providerId="AD" clId="Web-{F6086FCD-69D0-83F9-E413-8D97A5B578E7}" dt="2025-09-14T19:32:38.900" v="61"/>
        <pc:sldMkLst>
          <pc:docMk/>
          <pc:sldMk cId="815358071" sldId="411"/>
        </pc:sldMkLst>
      </pc:sldChg>
      <pc:sldChg chg="del">
        <pc:chgData name="Saketh Reddy Puchakayala" userId="S::spuchak@gmu.edu::9857d9d4-2f9d-48b7-9d36-0a7cfa76977e" providerId="AD" clId="Web-{F6086FCD-69D0-83F9-E413-8D97A5B578E7}" dt="2025-09-14T19:32:38.900" v="60"/>
        <pc:sldMkLst>
          <pc:docMk/>
          <pc:sldMk cId="4077479578" sldId="412"/>
        </pc:sldMkLst>
      </pc:sldChg>
      <pc:sldChg chg="del">
        <pc:chgData name="Saketh Reddy Puchakayala" userId="S::spuchak@gmu.edu::9857d9d4-2f9d-48b7-9d36-0a7cfa76977e" providerId="AD" clId="Web-{F6086FCD-69D0-83F9-E413-8D97A5B578E7}" dt="2025-09-14T19:32:38.900" v="59"/>
        <pc:sldMkLst>
          <pc:docMk/>
          <pc:sldMk cId="375656313" sldId="413"/>
        </pc:sldMkLst>
      </pc:sldChg>
      <pc:sldChg chg="del">
        <pc:chgData name="Saketh Reddy Puchakayala" userId="S::spuchak@gmu.edu::9857d9d4-2f9d-48b7-9d36-0a7cfa76977e" providerId="AD" clId="Web-{F6086FCD-69D0-83F9-E413-8D97A5B578E7}" dt="2025-09-14T19:32:38.900" v="58"/>
        <pc:sldMkLst>
          <pc:docMk/>
          <pc:sldMk cId="3560340794" sldId="414"/>
        </pc:sldMkLst>
      </pc:sldChg>
      <pc:sldChg chg="del">
        <pc:chgData name="Saketh Reddy Puchakayala" userId="S::spuchak@gmu.edu::9857d9d4-2f9d-48b7-9d36-0a7cfa76977e" providerId="AD" clId="Web-{F6086FCD-69D0-83F9-E413-8D97A5B578E7}" dt="2025-09-14T19:32:38.900" v="57"/>
        <pc:sldMkLst>
          <pc:docMk/>
          <pc:sldMk cId="2271610829" sldId="415"/>
        </pc:sldMkLst>
      </pc:sldChg>
      <pc:sldChg chg="del">
        <pc:chgData name="Saketh Reddy Puchakayala" userId="S::spuchak@gmu.edu::9857d9d4-2f9d-48b7-9d36-0a7cfa76977e" providerId="AD" clId="Web-{F6086FCD-69D0-83F9-E413-8D97A5B578E7}" dt="2025-09-14T19:32:38.853" v="27"/>
        <pc:sldMkLst>
          <pc:docMk/>
          <pc:sldMk cId="3091908920" sldId="416"/>
        </pc:sldMkLst>
      </pc:sldChg>
      <pc:sldChg chg="del">
        <pc:chgData name="Saketh Reddy Puchakayala" userId="S::spuchak@gmu.edu::9857d9d4-2f9d-48b7-9d36-0a7cfa76977e" providerId="AD" clId="Web-{F6086FCD-69D0-83F9-E413-8D97A5B578E7}" dt="2025-09-14T19:32:38.853" v="26"/>
        <pc:sldMkLst>
          <pc:docMk/>
          <pc:sldMk cId="843860321" sldId="417"/>
        </pc:sldMkLst>
      </pc:sldChg>
      <pc:sldChg chg="del">
        <pc:chgData name="Saketh Reddy Puchakayala" userId="S::spuchak@gmu.edu::9857d9d4-2f9d-48b7-9d36-0a7cfa76977e" providerId="AD" clId="Web-{F6086FCD-69D0-83F9-E413-8D97A5B578E7}" dt="2025-09-14T19:32:38.853" v="25"/>
        <pc:sldMkLst>
          <pc:docMk/>
          <pc:sldMk cId="199682185" sldId="418"/>
        </pc:sldMkLst>
      </pc:sldChg>
      <pc:sldChg chg="del">
        <pc:chgData name="Saketh Reddy Puchakayala" userId="S::spuchak@gmu.edu::9857d9d4-2f9d-48b7-9d36-0a7cfa76977e" providerId="AD" clId="Web-{F6086FCD-69D0-83F9-E413-8D97A5B578E7}" dt="2025-09-14T19:32:38.853" v="24"/>
        <pc:sldMkLst>
          <pc:docMk/>
          <pc:sldMk cId="1284047698" sldId="419"/>
        </pc:sldMkLst>
      </pc:sldChg>
      <pc:sldChg chg="del">
        <pc:chgData name="Saketh Reddy Puchakayala" userId="S::spuchak@gmu.edu::9857d9d4-2f9d-48b7-9d36-0a7cfa76977e" providerId="AD" clId="Web-{F6086FCD-69D0-83F9-E413-8D97A5B578E7}" dt="2025-09-14T19:32:38.853" v="23"/>
        <pc:sldMkLst>
          <pc:docMk/>
          <pc:sldMk cId="4243054038" sldId="420"/>
        </pc:sldMkLst>
      </pc:sldChg>
      <pc:sldChg chg="del">
        <pc:chgData name="Saketh Reddy Puchakayala" userId="S::spuchak@gmu.edu::9857d9d4-2f9d-48b7-9d36-0a7cfa76977e" providerId="AD" clId="Web-{F6086FCD-69D0-83F9-E413-8D97A5B578E7}" dt="2025-09-14T19:32:38.853" v="17"/>
        <pc:sldMkLst>
          <pc:docMk/>
          <pc:sldMk cId="595455289" sldId="421"/>
        </pc:sldMkLst>
      </pc:sldChg>
      <pc:sldChg chg="del">
        <pc:chgData name="Saketh Reddy Puchakayala" userId="S::spuchak@gmu.edu::9857d9d4-2f9d-48b7-9d36-0a7cfa76977e" providerId="AD" clId="Web-{F6086FCD-69D0-83F9-E413-8D97A5B578E7}" dt="2025-09-14T19:32:38.853" v="16"/>
        <pc:sldMkLst>
          <pc:docMk/>
          <pc:sldMk cId="2949551909" sldId="422"/>
        </pc:sldMkLst>
      </pc:sldChg>
      <pc:sldChg chg="del">
        <pc:chgData name="Saketh Reddy Puchakayala" userId="S::spuchak@gmu.edu::9857d9d4-2f9d-48b7-9d36-0a7cfa76977e" providerId="AD" clId="Web-{F6086FCD-69D0-83F9-E413-8D97A5B578E7}" dt="2025-09-14T19:32:38.853" v="15"/>
        <pc:sldMkLst>
          <pc:docMk/>
          <pc:sldMk cId="2761276036" sldId="423"/>
        </pc:sldMkLst>
      </pc:sldChg>
      <pc:sldChg chg="del">
        <pc:chgData name="Saketh Reddy Puchakayala" userId="S::spuchak@gmu.edu::9857d9d4-2f9d-48b7-9d36-0a7cfa76977e" providerId="AD" clId="Web-{F6086FCD-69D0-83F9-E413-8D97A5B578E7}" dt="2025-09-14T19:32:38.853" v="14"/>
        <pc:sldMkLst>
          <pc:docMk/>
          <pc:sldMk cId="3892762321" sldId="424"/>
        </pc:sldMkLst>
      </pc:sldChg>
    </pc:docChg>
  </pc:docChgLst>
  <pc:docChgLst>
    <pc:chgData name="Rushikesh Shivajirao Ware" userId="6b0cfc1d-ebde-480c-8cbd-07ed0f196614" providerId="ADAL" clId="{B25763BF-A397-4B71-9578-630713939797}"/>
    <pc:docChg chg="undo custSel mod modSld addSection delSection">
      <pc:chgData name="Rushikesh Shivajirao Ware" userId="6b0cfc1d-ebde-480c-8cbd-07ed0f196614" providerId="ADAL" clId="{B25763BF-A397-4B71-9578-630713939797}" dt="2025-09-14T21:31:39.316" v="468" actId="17851"/>
      <pc:docMkLst>
        <pc:docMk/>
      </pc:docMkLst>
      <pc:sldChg chg="modSp mod">
        <pc:chgData name="Rushikesh Shivajirao Ware" userId="6b0cfc1d-ebde-480c-8cbd-07ed0f196614" providerId="ADAL" clId="{B25763BF-A397-4B71-9578-630713939797}" dt="2025-09-14T21:31:18.861" v="466" actId="14100"/>
        <pc:sldMkLst>
          <pc:docMk/>
          <pc:sldMk cId="2525081681" sldId="260"/>
        </pc:sldMkLst>
        <pc:spChg chg="mod">
          <ac:chgData name="Rushikesh Shivajirao Ware" userId="6b0cfc1d-ebde-480c-8cbd-07ed0f196614" providerId="ADAL" clId="{B25763BF-A397-4B71-9578-630713939797}" dt="2025-09-14T21:31:14.473" v="465" actId="14100"/>
          <ac:spMkLst>
            <pc:docMk/>
            <pc:sldMk cId="2525081681" sldId="260"/>
            <ac:spMk id="2" creationId="{ED2C42BB-A307-4C54-9DE5-FA4F7C75A30A}"/>
          </ac:spMkLst>
        </pc:spChg>
        <pc:spChg chg="mod">
          <ac:chgData name="Rushikesh Shivajirao Ware" userId="6b0cfc1d-ebde-480c-8cbd-07ed0f196614" providerId="ADAL" clId="{B25763BF-A397-4B71-9578-630713939797}" dt="2025-09-14T21:31:14.473" v="465" actId="14100"/>
          <ac:spMkLst>
            <pc:docMk/>
            <pc:sldMk cId="2525081681" sldId="260"/>
            <ac:spMk id="3" creationId="{3C03DE14-BD21-459E-911A-F0A4F0ACA948}"/>
          </ac:spMkLst>
        </pc:spChg>
        <pc:spChg chg="mod">
          <ac:chgData name="Rushikesh Shivajirao Ware" userId="6b0cfc1d-ebde-480c-8cbd-07ed0f196614" providerId="ADAL" clId="{B25763BF-A397-4B71-9578-630713939797}" dt="2025-09-14T21:31:14.473" v="465" actId="14100"/>
          <ac:spMkLst>
            <pc:docMk/>
            <pc:sldMk cId="2525081681" sldId="260"/>
            <ac:spMk id="4" creationId="{3954537F-92F0-4874-B3FA-4493EC272D64}"/>
          </ac:spMkLst>
        </pc:spChg>
        <pc:picChg chg="mod">
          <ac:chgData name="Rushikesh Shivajirao Ware" userId="6b0cfc1d-ebde-480c-8cbd-07ed0f196614" providerId="ADAL" clId="{B25763BF-A397-4B71-9578-630713939797}" dt="2025-09-14T21:31:18.861" v="466" actId="14100"/>
          <ac:picMkLst>
            <pc:docMk/>
            <pc:sldMk cId="2525081681" sldId="260"/>
            <ac:picMk id="6" creationId="{22E1AAEA-0E6B-EE5C-072C-CD98636038AD}"/>
          </ac:picMkLst>
        </pc:picChg>
      </pc:sldChg>
      <pc:sldChg chg="addSp delSp modSp mod modClrScheme chgLayout">
        <pc:chgData name="Rushikesh Shivajirao Ware" userId="6b0cfc1d-ebde-480c-8cbd-07ed0f196614" providerId="ADAL" clId="{B25763BF-A397-4B71-9578-630713939797}" dt="2025-09-14T21:14:38.282" v="383" actId="207"/>
        <pc:sldMkLst>
          <pc:docMk/>
          <pc:sldMk cId="2636412158" sldId="261"/>
        </pc:sldMkLst>
        <pc:spChg chg="mod ord">
          <ac:chgData name="Rushikesh Shivajirao Ware" userId="6b0cfc1d-ebde-480c-8cbd-07ed0f196614" providerId="ADAL" clId="{B25763BF-A397-4B71-9578-630713939797}" dt="2025-09-14T20:57:40.853" v="190" actId="700"/>
          <ac:spMkLst>
            <pc:docMk/>
            <pc:sldMk cId="2636412158" sldId="261"/>
            <ac:spMk id="2" creationId="{BE83F9B6-28BB-4FFE-967C-D8B2922D1998}"/>
          </ac:spMkLst>
        </pc:spChg>
        <pc:spChg chg="add del mod ord">
          <ac:chgData name="Rushikesh Shivajirao Ware" userId="6b0cfc1d-ebde-480c-8cbd-07ed0f196614" providerId="ADAL" clId="{B25763BF-A397-4B71-9578-630713939797}" dt="2025-09-14T20:56:59.571" v="179" actId="478"/>
          <ac:spMkLst>
            <pc:docMk/>
            <pc:sldMk cId="2636412158" sldId="261"/>
            <ac:spMk id="3" creationId="{90D5D966-EBFC-4E58-A9A8-B793FE29B664}"/>
          </ac:spMkLst>
        </pc:spChg>
        <pc:spChg chg="del mod">
          <ac:chgData name="Rushikesh Shivajirao Ware" userId="6b0cfc1d-ebde-480c-8cbd-07ed0f196614" providerId="ADAL" clId="{B25763BF-A397-4B71-9578-630713939797}" dt="2025-09-14T20:49:40.719" v="86" actId="478"/>
          <ac:spMkLst>
            <pc:docMk/>
            <pc:sldMk cId="2636412158" sldId="261"/>
            <ac:spMk id="5" creationId="{AA1442E0-C4F8-6BEB-64B1-E87E2E7126CD}"/>
          </ac:spMkLst>
        </pc:spChg>
        <pc:spChg chg="del mod">
          <ac:chgData name="Rushikesh Shivajirao Ware" userId="6b0cfc1d-ebde-480c-8cbd-07ed0f196614" providerId="ADAL" clId="{B25763BF-A397-4B71-9578-630713939797}" dt="2025-09-14T20:50:14.102" v="102" actId="478"/>
          <ac:spMkLst>
            <pc:docMk/>
            <pc:sldMk cId="2636412158" sldId="261"/>
            <ac:spMk id="6" creationId="{2A734EDC-2F04-DE60-B6FF-2215B4AB2C11}"/>
          </ac:spMkLst>
        </pc:spChg>
        <pc:spChg chg="add del mod ord">
          <ac:chgData name="Rushikesh Shivajirao Ware" userId="6b0cfc1d-ebde-480c-8cbd-07ed0f196614" providerId="ADAL" clId="{B25763BF-A397-4B71-9578-630713939797}" dt="2025-09-14T20:57:45.566" v="193" actId="478"/>
          <ac:spMkLst>
            <pc:docMk/>
            <pc:sldMk cId="2636412158" sldId="261"/>
            <ac:spMk id="7" creationId="{2A0E1143-6A9E-ACB2-577C-1AB4E82D13B0}"/>
          </ac:spMkLst>
        </pc:spChg>
        <pc:spChg chg="add del mod ord">
          <ac:chgData name="Rushikesh Shivajirao Ware" userId="6b0cfc1d-ebde-480c-8cbd-07ed0f196614" providerId="ADAL" clId="{B25763BF-A397-4B71-9578-630713939797}" dt="2025-09-14T20:38:56.805" v="12" actId="700"/>
          <ac:spMkLst>
            <pc:docMk/>
            <pc:sldMk cId="2636412158" sldId="261"/>
            <ac:spMk id="8" creationId="{0A36AC84-8C7C-F252-BFFE-FF75F8B3D634}"/>
          </ac:spMkLst>
        </pc:spChg>
        <pc:spChg chg="add del mod ord">
          <ac:chgData name="Rushikesh Shivajirao Ware" userId="6b0cfc1d-ebde-480c-8cbd-07ed0f196614" providerId="ADAL" clId="{B25763BF-A397-4B71-9578-630713939797}" dt="2025-09-14T20:39:10.885" v="14" actId="700"/>
          <ac:spMkLst>
            <pc:docMk/>
            <pc:sldMk cId="2636412158" sldId="261"/>
            <ac:spMk id="9" creationId="{43ACDA09-D585-3463-16CC-68BF451C889C}"/>
          </ac:spMkLst>
        </pc:spChg>
        <pc:spChg chg="add del mod ord">
          <ac:chgData name="Rushikesh Shivajirao Ware" userId="6b0cfc1d-ebde-480c-8cbd-07ed0f196614" providerId="ADAL" clId="{B25763BF-A397-4B71-9578-630713939797}" dt="2025-09-14T20:43:36.052" v="53" actId="700"/>
          <ac:spMkLst>
            <pc:docMk/>
            <pc:sldMk cId="2636412158" sldId="261"/>
            <ac:spMk id="10" creationId="{548DCE6F-57CB-0367-ABFF-7E9B4221BAA9}"/>
          </ac:spMkLst>
        </pc:spChg>
        <pc:spChg chg="add del mod ord">
          <ac:chgData name="Rushikesh Shivajirao Ware" userId="6b0cfc1d-ebde-480c-8cbd-07ed0f196614" providerId="ADAL" clId="{B25763BF-A397-4B71-9578-630713939797}" dt="2025-09-14T20:43:44.994" v="55" actId="700"/>
          <ac:spMkLst>
            <pc:docMk/>
            <pc:sldMk cId="2636412158" sldId="261"/>
            <ac:spMk id="11" creationId="{3B1697A6-D561-2CEB-A775-7A8764AE6AE2}"/>
          </ac:spMkLst>
        </pc:spChg>
        <pc:spChg chg="add del mod">
          <ac:chgData name="Rushikesh Shivajirao Ware" userId="6b0cfc1d-ebde-480c-8cbd-07ed0f196614" providerId="ADAL" clId="{B25763BF-A397-4B71-9578-630713939797}" dt="2025-09-14T20:44:55.335" v="57" actId="6264"/>
          <ac:spMkLst>
            <pc:docMk/>
            <pc:sldMk cId="2636412158" sldId="261"/>
            <ac:spMk id="12" creationId="{80EE7CA7-5FCC-6E8E-4C7D-39EE2062C444}"/>
          </ac:spMkLst>
        </pc:spChg>
        <pc:spChg chg="add del mod">
          <ac:chgData name="Rushikesh Shivajirao Ware" userId="6b0cfc1d-ebde-480c-8cbd-07ed0f196614" providerId="ADAL" clId="{B25763BF-A397-4B71-9578-630713939797}" dt="2025-09-14T20:44:55.335" v="57" actId="6264"/>
          <ac:spMkLst>
            <pc:docMk/>
            <pc:sldMk cId="2636412158" sldId="261"/>
            <ac:spMk id="13" creationId="{61CBDD86-B219-849E-5B28-22EBE3B5340D}"/>
          </ac:spMkLst>
        </pc:spChg>
        <pc:spChg chg="add del mod ord">
          <ac:chgData name="Rushikesh Shivajirao Ware" userId="6b0cfc1d-ebde-480c-8cbd-07ed0f196614" providerId="ADAL" clId="{B25763BF-A397-4B71-9578-630713939797}" dt="2025-09-14T20:49:17.318" v="82" actId="700"/>
          <ac:spMkLst>
            <pc:docMk/>
            <pc:sldMk cId="2636412158" sldId="261"/>
            <ac:spMk id="15" creationId="{169D09DE-5DAD-79D3-DCE0-F9EA3AA740CF}"/>
          </ac:spMkLst>
        </pc:spChg>
        <pc:spChg chg="add del mod ord">
          <ac:chgData name="Rushikesh Shivajirao Ware" userId="6b0cfc1d-ebde-480c-8cbd-07ed0f196614" providerId="ADAL" clId="{B25763BF-A397-4B71-9578-630713939797}" dt="2025-09-14T21:12:50.164" v="374" actId="12084"/>
          <ac:spMkLst>
            <pc:docMk/>
            <pc:sldMk cId="2636412158" sldId="261"/>
            <ac:spMk id="24" creationId="{D99BD19F-8D96-DEDE-8BE2-6A0DF9B11170}"/>
          </ac:spMkLst>
        </pc:spChg>
        <pc:spChg chg="add del mod ord">
          <ac:chgData name="Rushikesh Shivajirao Ware" userId="6b0cfc1d-ebde-480c-8cbd-07ed0f196614" providerId="ADAL" clId="{B25763BF-A397-4B71-9578-630713939797}" dt="2025-09-14T20:57:40.853" v="190" actId="700"/>
          <ac:spMkLst>
            <pc:docMk/>
            <pc:sldMk cId="2636412158" sldId="261"/>
            <ac:spMk id="25" creationId="{0D705658-5E0B-119A-FE3D-C732020BCD4A}"/>
          </ac:spMkLst>
        </pc:spChg>
        <pc:spChg chg="add del mod ord">
          <ac:chgData name="Rushikesh Shivajirao Ware" userId="6b0cfc1d-ebde-480c-8cbd-07ed0f196614" providerId="ADAL" clId="{B25763BF-A397-4B71-9578-630713939797}" dt="2025-09-14T20:57:40.853" v="190" actId="700"/>
          <ac:spMkLst>
            <pc:docMk/>
            <pc:sldMk cId="2636412158" sldId="261"/>
            <ac:spMk id="26" creationId="{DE7BF14D-F48A-32A3-27EE-0F75E4F77212}"/>
          </ac:spMkLst>
        </pc:spChg>
        <pc:spChg chg="add del mod ord">
          <ac:chgData name="Rushikesh Shivajirao Ware" userId="6b0cfc1d-ebde-480c-8cbd-07ed0f196614" providerId="ADAL" clId="{B25763BF-A397-4B71-9578-630713939797}" dt="2025-09-14T20:57:40.560" v="189" actId="700"/>
          <ac:spMkLst>
            <pc:docMk/>
            <pc:sldMk cId="2636412158" sldId="261"/>
            <ac:spMk id="27" creationId="{FCBF2DFA-3AD9-1DBB-6EA3-768B443F5FF7}"/>
          </ac:spMkLst>
        </pc:spChg>
        <pc:spChg chg="add del mod ord">
          <ac:chgData name="Rushikesh Shivajirao Ware" userId="6b0cfc1d-ebde-480c-8cbd-07ed0f196614" providerId="ADAL" clId="{B25763BF-A397-4B71-9578-630713939797}" dt="2025-09-14T20:57:40.560" v="189" actId="700"/>
          <ac:spMkLst>
            <pc:docMk/>
            <pc:sldMk cId="2636412158" sldId="261"/>
            <ac:spMk id="28" creationId="{71748D62-6EAF-FF0B-08BB-5990DA13B2E2}"/>
          </ac:spMkLst>
        </pc:spChg>
        <pc:spChg chg="add mod">
          <ac:chgData name="Rushikesh Shivajirao Ware" userId="6b0cfc1d-ebde-480c-8cbd-07ed0f196614" providerId="ADAL" clId="{B25763BF-A397-4B71-9578-630713939797}" dt="2025-09-14T21:12:02.366" v="366" actId="14100"/>
          <ac:spMkLst>
            <pc:docMk/>
            <pc:sldMk cId="2636412158" sldId="261"/>
            <ac:spMk id="29" creationId="{1D85CC38-170D-9AD3-B964-C90A9CB62318}"/>
          </ac:spMkLst>
        </pc:spChg>
        <pc:spChg chg="add mod">
          <ac:chgData name="Rushikesh Shivajirao Ware" userId="6b0cfc1d-ebde-480c-8cbd-07ed0f196614" providerId="ADAL" clId="{B25763BF-A397-4B71-9578-630713939797}" dt="2025-09-14T21:11:00.524" v="352"/>
          <ac:spMkLst>
            <pc:docMk/>
            <pc:sldMk cId="2636412158" sldId="261"/>
            <ac:spMk id="30" creationId="{199C5861-80E7-3093-F75C-3556EB1A48FB}"/>
          </ac:spMkLst>
        </pc:spChg>
        <pc:graphicFrameChg chg="add del modGraphic">
          <ac:chgData name="Rushikesh Shivajirao Ware" userId="6b0cfc1d-ebde-480c-8cbd-07ed0f196614" providerId="ADAL" clId="{B25763BF-A397-4B71-9578-630713939797}" dt="2025-09-14T20:48:36.946" v="80" actId="1032"/>
          <ac:graphicFrameMkLst>
            <pc:docMk/>
            <pc:sldMk cId="2636412158" sldId="261"/>
            <ac:graphicFrameMk id="14" creationId="{E04CBB43-4F1F-4EB4-7311-1BE17A9FC308}"/>
          </ac:graphicFrameMkLst>
        </pc:graphicFrameChg>
        <pc:graphicFrameChg chg="add mod">
          <ac:chgData name="Rushikesh Shivajirao Ware" userId="6b0cfc1d-ebde-480c-8cbd-07ed0f196614" providerId="ADAL" clId="{B25763BF-A397-4B71-9578-630713939797}" dt="2025-09-14T20:51:25.583" v="113" actId="12084"/>
          <ac:graphicFrameMkLst>
            <pc:docMk/>
            <pc:sldMk cId="2636412158" sldId="261"/>
            <ac:graphicFrameMk id="16" creationId="{DD9008CE-964E-B721-02CF-29F0C8E5808D}"/>
          </ac:graphicFrameMkLst>
        </pc:graphicFrameChg>
        <pc:graphicFrameChg chg="add mod">
          <ac:chgData name="Rushikesh Shivajirao Ware" userId="6b0cfc1d-ebde-480c-8cbd-07ed0f196614" providerId="ADAL" clId="{B25763BF-A397-4B71-9578-630713939797}" dt="2025-09-14T20:51:43.318" v="115" actId="12084"/>
          <ac:graphicFrameMkLst>
            <pc:docMk/>
            <pc:sldMk cId="2636412158" sldId="261"/>
            <ac:graphicFrameMk id="17" creationId="{52466412-6572-4485-3A24-C165C8BE663A}"/>
          </ac:graphicFrameMkLst>
        </pc:graphicFrameChg>
        <pc:graphicFrameChg chg="add mod">
          <ac:chgData name="Rushikesh Shivajirao Ware" userId="6b0cfc1d-ebde-480c-8cbd-07ed0f196614" providerId="ADAL" clId="{B25763BF-A397-4B71-9578-630713939797}" dt="2025-09-14T20:53:39.365" v="133" actId="255"/>
          <ac:graphicFrameMkLst>
            <pc:docMk/>
            <pc:sldMk cId="2636412158" sldId="261"/>
            <ac:graphicFrameMk id="18" creationId="{91BBF590-7FE3-2679-6AC1-8D90A694DC5C}"/>
          </ac:graphicFrameMkLst>
        </pc:graphicFrameChg>
        <pc:graphicFrameChg chg="add mod">
          <ac:chgData name="Rushikesh Shivajirao Ware" userId="6b0cfc1d-ebde-480c-8cbd-07ed0f196614" providerId="ADAL" clId="{B25763BF-A397-4B71-9578-630713939797}" dt="2025-09-14T20:54:03.455" v="138" actId="1076"/>
          <ac:graphicFrameMkLst>
            <pc:docMk/>
            <pc:sldMk cId="2636412158" sldId="261"/>
            <ac:graphicFrameMk id="19" creationId="{4B276288-0255-49B6-CB30-2DEB6559B35D}"/>
          </ac:graphicFrameMkLst>
        </pc:graphicFrameChg>
        <pc:graphicFrameChg chg="add mod">
          <ac:chgData name="Rushikesh Shivajirao Ware" userId="6b0cfc1d-ebde-480c-8cbd-07ed0f196614" providerId="ADAL" clId="{B25763BF-A397-4B71-9578-630713939797}" dt="2025-09-14T20:54:56.532" v="152" actId="12084"/>
          <ac:graphicFrameMkLst>
            <pc:docMk/>
            <pc:sldMk cId="2636412158" sldId="261"/>
            <ac:graphicFrameMk id="20" creationId="{EB9CDCEF-C2C4-6A4A-92FD-49824DD19549}"/>
          </ac:graphicFrameMkLst>
        </pc:graphicFrameChg>
        <pc:graphicFrameChg chg="add mod">
          <ac:chgData name="Rushikesh Shivajirao Ware" userId="6b0cfc1d-ebde-480c-8cbd-07ed0f196614" providerId="ADAL" clId="{B25763BF-A397-4B71-9578-630713939797}" dt="2025-09-14T20:55:12.035" v="154" actId="12084"/>
          <ac:graphicFrameMkLst>
            <pc:docMk/>
            <pc:sldMk cId="2636412158" sldId="261"/>
            <ac:graphicFrameMk id="21" creationId="{327C2F63-E8A1-705E-8AEC-1829B7E2B873}"/>
          </ac:graphicFrameMkLst>
        </pc:graphicFrameChg>
        <pc:graphicFrameChg chg="add mod">
          <ac:chgData name="Rushikesh Shivajirao Ware" userId="6b0cfc1d-ebde-480c-8cbd-07ed0f196614" providerId="ADAL" clId="{B25763BF-A397-4B71-9578-630713939797}" dt="2025-09-14T20:55:41.890" v="156" actId="12084"/>
          <ac:graphicFrameMkLst>
            <pc:docMk/>
            <pc:sldMk cId="2636412158" sldId="261"/>
            <ac:graphicFrameMk id="22" creationId="{D8A7A6BC-18E2-EF7F-73B3-A0CD202CED8F}"/>
          </ac:graphicFrameMkLst>
        </pc:graphicFrameChg>
        <pc:graphicFrameChg chg="add mod">
          <ac:chgData name="Rushikesh Shivajirao Ware" userId="6b0cfc1d-ebde-480c-8cbd-07ed0f196614" providerId="ADAL" clId="{B25763BF-A397-4B71-9578-630713939797}" dt="2025-09-14T21:12:27.650" v="372" actId="12084"/>
          <ac:graphicFrameMkLst>
            <pc:docMk/>
            <pc:sldMk cId="2636412158" sldId="261"/>
            <ac:graphicFrameMk id="31" creationId="{8797CCFD-BF0D-10CF-E616-6172BB92205E}"/>
          </ac:graphicFrameMkLst>
        </pc:graphicFrameChg>
        <pc:graphicFrameChg chg="add mod">
          <ac:chgData name="Rushikesh Shivajirao Ware" userId="6b0cfc1d-ebde-480c-8cbd-07ed0f196614" providerId="ADAL" clId="{B25763BF-A397-4B71-9578-630713939797}" dt="2025-09-14T21:14:38.282" v="383" actId="207"/>
          <ac:graphicFrameMkLst>
            <pc:docMk/>
            <pc:sldMk cId="2636412158" sldId="261"/>
            <ac:graphicFrameMk id="32" creationId="{36E0BEA4-C138-B58B-DDEF-CF1D116504F5}"/>
          </ac:graphicFrameMkLst>
        </pc:graphicFrameChg>
      </pc:sldChg>
      <pc:sldChg chg="modSp mod">
        <pc:chgData name="Rushikesh Shivajirao Ware" userId="6b0cfc1d-ebde-480c-8cbd-07ed0f196614" providerId="ADAL" clId="{B25763BF-A397-4B71-9578-630713939797}" dt="2025-09-14T21:25:24.809" v="418" actId="12385"/>
        <pc:sldMkLst>
          <pc:docMk/>
          <pc:sldMk cId="3894055461" sldId="262"/>
        </pc:sldMkLst>
        <pc:graphicFrameChg chg="mod modGraphic">
          <ac:chgData name="Rushikesh Shivajirao Ware" userId="6b0cfc1d-ebde-480c-8cbd-07ed0f196614" providerId="ADAL" clId="{B25763BF-A397-4B71-9578-630713939797}" dt="2025-09-14T21:25:24.809" v="418" actId="12385"/>
          <ac:graphicFrameMkLst>
            <pc:docMk/>
            <pc:sldMk cId="3894055461" sldId="262"/>
            <ac:graphicFrameMk id="7" creationId="{14856051-2C4F-7AB5-5A6B-8A54944D5A1E}"/>
          </ac:graphicFrameMkLst>
        </pc:graphicFrameChg>
      </pc:sldChg>
      <pc:sldChg chg="modSp mod">
        <pc:chgData name="Rushikesh Shivajirao Ware" userId="6b0cfc1d-ebde-480c-8cbd-07ed0f196614" providerId="ADAL" clId="{B25763BF-A397-4B71-9578-630713939797}" dt="2025-09-14T21:24:47.106" v="417" actId="12385"/>
        <pc:sldMkLst>
          <pc:docMk/>
          <pc:sldMk cId="1689589358" sldId="263"/>
        </pc:sldMkLst>
        <pc:graphicFrameChg chg="mod modGraphic">
          <ac:chgData name="Rushikesh Shivajirao Ware" userId="6b0cfc1d-ebde-480c-8cbd-07ed0f196614" providerId="ADAL" clId="{B25763BF-A397-4B71-9578-630713939797}" dt="2025-09-14T21:24:47.106" v="417" actId="12385"/>
          <ac:graphicFrameMkLst>
            <pc:docMk/>
            <pc:sldMk cId="1689589358" sldId="263"/>
            <ac:graphicFrameMk id="5" creationId="{537F3175-56FC-7015-FADD-8D79859F2637}"/>
          </ac:graphicFrameMkLst>
        </pc:graphicFrameChg>
      </pc:sldChg>
      <pc:sldChg chg="modSp mod">
        <pc:chgData name="Rushikesh Shivajirao Ware" userId="6b0cfc1d-ebde-480c-8cbd-07ed0f196614" providerId="ADAL" clId="{B25763BF-A397-4B71-9578-630713939797}" dt="2025-09-14T21:28:40.257" v="463" actId="14734"/>
        <pc:sldMkLst>
          <pc:docMk/>
          <pc:sldMk cId="1503840998" sldId="264"/>
        </pc:sldMkLst>
        <pc:graphicFrameChg chg="mod modGraphic">
          <ac:chgData name="Rushikesh Shivajirao Ware" userId="6b0cfc1d-ebde-480c-8cbd-07ed0f196614" providerId="ADAL" clId="{B25763BF-A397-4B71-9578-630713939797}" dt="2025-09-14T21:28:40.257" v="463" actId="14734"/>
          <ac:graphicFrameMkLst>
            <pc:docMk/>
            <pc:sldMk cId="1503840998" sldId="264"/>
            <ac:graphicFrameMk id="5" creationId="{520DF14B-3109-F7CD-CA09-2354AEF8F2F2}"/>
          </ac:graphicFrameMkLst>
        </pc:graphicFrameChg>
      </pc:sldChg>
      <pc:sldChg chg="delSp modSp mod">
        <pc:chgData name="Rushikesh Shivajirao Ware" userId="6b0cfc1d-ebde-480c-8cbd-07ed0f196614" providerId="ADAL" clId="{B25763BF-A397-4B71-9578-630713939797}" dt="2025-09-14T21:19:22.126" v="401" actId="1076"/>
        <pc:sldMkLst>
          <pc:docMk/>
          <pc:sldMk cId="3246792585" sldId="339"/>
        </pc:sldMkLst>
        <pc:spChg chg="mod">
          <ac:chgData name="Rushikesh Shivajirao Ware" userId="6b0cfc1d-ebde-480c-8cbd-07ed0f196614" providerId="ADAL" clId="{B25763BF-A397-4B71-9578-630713939797}" dt="2025-09-14T21:19:15.195" v="400" actId="14100"/>
          <ac:spMkLst>
            <pc:docMk/>
            <pc:sldMk cId="3246792585" sldId="339"/>
            <ac:spMk id="2" creationId="{0FF32130-3788-4233-9FBE-B6225D54E662}"/>
          </ac:spMkLst>
        </pc:spChg>
        <pc:spChg chg="del mod">
          <ac:chgData name="Rushikesh Shivajirao Ware" userId="6b0cfc1d-ebde-480c-8cbd-07ed0f196614" providerId="ADAL" clId="{B25763BF-A397-4B71-9578-630713939797}" dt="2025-09-14T21:18:18.965" v="391" actId="478"/>
          <ac:spMkLst>
            <pc:docMk/>
            <pc:sldMk cId="3246792585" sldId="339"/>
            <ac:spMk id="5" creationId="{2F3FE3A2-2B3A-4CED-9BA9-311E060144E3}"/>
          </ac:spMkLst>
        </pc:spChg>
        <pc:graphicFrameChg chg="mod">
          <ac:chgData name="Rushikesh Shivajirao Ware" userId="6b0cfc1d-ebde-480c-8cbd-07ed0f196614" providerId="ADAL" clId="{B25763BF-A397-4B71-9578-630713939797}" dt="2025-09-14T21:19:22.126" v="401" actId="1076"/>
          <ac:graphicFrameMkLst>
            <pc:docMk/>
            <pc:sldMk cId="3246792585" sldId="339"/>
            <ac:graphicFrameMk id="44" creationId="{144A252E-DAE9-41FE-8421-DB22E3BAF0E9}"/>
          </ac:graphicFrameMkLst>
        </pc:graphicFrameChg>
      </pc:sldChg>
      <pc:sldChg chg="addSp delSp modSp mod">
        <pc:chgData name="Rushikesh Shivajirao Ware" userId="6b0cfc1d-ebde-480c-8cbd-07ed0f196614" providerId="ADAL" clId="{B25763BF-A397-4B71-9578-630713939797}" dt="2025-09-14T21:27:17.148" v="449" actId="255"/>
        <pc:sldMkLst>
          <pc:docMk/>
          <pc:sldMk cId="3101500834" sldId="368"/>
        </pc:sldMkLst>
        <pc:spChg chg="del">
          <ac:chgData name="Rushikesh Shivajirao Ware" userId="6b0cfc1d-ebde-480c-8cbd-07ed0f196614" providerId="ADAL" clId="{B25763BF-A397-4B71-9578-630713939797}" dt="2025-09-14T21:26:34.921" v="443" actId="478"/>
          <ac:spMkLst>
            <pc:docMk/>
            <pc:sldMk cId="3101500834" sldId="368"/>
            <ac:spMk id="2" creationId="{E069E93C-47EF-EDFB-B511-3D0CA0F008A2}"/>
          </ac:spMkLst>
        </pc:spChg>
        <pc:spChg chg="add del mod">
          <ac:chgData name="Rushikesh Shivajirao Ware" userId="6b0cfc1d-ebde-480c-8cbd-07ed0f196614" providerId="ADAL" clId="{B25763BF-A397-4B71-9578-630713939797}" dt="2025-09-14T21:26:49.164" v="447" actId="478"/>
          <ac:spMkLst>
            <pc:docMk/>
            <pc:sldMk cId="3101500834" sldId="368"/>
            <ac:spMk id="3" creationId="{F633344D-45A4-16D3-EFE6-230B95F93738}"/>
          </ac:spMkLst>
        </pc:spChg>
        <pc:spChg chg="add mod">
          <ac:chgData name="Rushikesh Shivajirao Ware" userId="6b0cfc1d-ebde-480c-8cbd-07ed0f196614" providerId="ADAL" clId="{B25763BF-A397-4B71-9578-630713939797}" dt="2025-09-14T21:26:47.334" v="446"/>
          <ac:spMkLst>
            <pc:docMk/>
            <pc:sldMk cId="3101500834" sldId="368"/>
            <ac:spMk id="6" creationId="{BFABF3E6-E9A9-D52F-80BF-4BC269E40B29}"/>
          </ac:spMkLst>
        </pc:spChg>
        <pc:graphicFrameChg chg="mod modGraphic">
          <ac:chgData name="Rushikesh Shivajirao Ware" userId="6b0cfc1d-ebde-480c-8cbd-07ed0f196614" providerId="ADAL" clId="{B25763BF-A397-4B71-9578-630713939797}" dt="2025-09-14T21:27:17.148" v="449" actId="255"/>
          <ac:graphicFrameMkLst>
            <pc:docMk/>
            <pc:sldMk cId="3101500834" sldId="368"/>
            <ac:graphicFrameMk id="5" creationId="{B437247D-C56F-F366-641B-AE1BDA1C5A9D}"/>
          </ac:graphicFrameMkLst>
        </pc:graphicFrameChg>
      </pc:sldChg>
    </pc:docChg>
  </pc:docChgLst>
  <pc:docChgLst>
    <pc:chgData name="Saketh Reddy Puchakayala" userId="S::spuchak@gmu.edu::9857d9d4-2f9d-48b7-9d36-0a7cfa76977e" providerId="AD" clId="Web-{8267B2B7-0795-D2F6-B83E-4147A9EF20FB}"/>
    <pc:docChg chg="addSld">
      <pc:chgData name="Saketh Reddy Puchakayala" userId="S::spuchak@gmu.edu::9857d9d4-2f9d-48b7-9d36-0a7cfa76977e" providerId="AD" clId="Web-{8267B2B7-0795-D2F6-B83E-4147A9EF20FB}" dt="2025-09-14T20:28:45.853" v="0"/>
      <pc:docMkLst>
        <pc:docMk/>
      </pc:docMkLst>
      <pc:sldChg chg="add">
        <pc:chgData name="Saketh Reddy Puchakayala" userId="S::spuchak@gmu.edu::9857d9d4-2f9d-48b7-9d36-0a7cfa76977e" providerId="AD" clId="Web-{8267B2B7-0795-D2F6-B83E-4147A9EF20FB}" dt="2025-09-14T20:28:45.853" v="0"/>
        <pc:sldMkLst>
          <pc:docMk/>
          <pc:sldMk cId="3101500834" sldId="368"/>
        </pc:sldMkLst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8.jpeg"/><Relationship Id="rId1" Type="http://schemas.openxmlformats.org/officeDocument/2006/relationships/image" Target="../media/image17.jpeg"/><Relationship Id="rId6" Type="http://schemas.openxmlformats.org/officeDocument/2006/relationships/image" Target="../media/image22.jpeg"/><Relationship Id="rId5" Type="http://schemas.openxmlformats.org/officeDocument/2006/relationships/image" Target="../media/image21.jpeg"/><Relationship Id="rId4" Type="http://schemas.openxmlformats.org/officeDocument/2006/relationships/image" Target="../media/image20.jpe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8.jpeg"/><Relationship Id="rId1" Type="http://schemas.openxmlformats.org/officeDocument/2006/relationships/image" Target="../media/image17.jpeg"/><Relationship Id="rId6" Type="http://schemas.openxmlformats.org/officeDocument/2006/relationships/image" Target="../media/image22.jpeg"/><Relationship Id="rId5" Type="http://schemas.openxmlformats.org/officeDocument/2006/relationships/image" Target="../media/image21.jpeg"/><Relationship Id="rId4" Type="http://schemas.openxmlformats.org/officeDocument/2006/relationships/image" Target="../media/image20.jpe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7A0C5FB-E74F-4374-9A21-094842ECF9B3}" type="doc">
      <dgm:prSet loTypeId="urn:microsoft.com/office/officeart/2008/layout/PictureGrid" loCatId="picture" qsTypeId="urn:microsoft.com/office/officeart/2005/8/quickstyle/simple2" qsCatId="simple" csTypeId="urn:microsoft.com/office/officeart/2005/8/colors/colorful3" csCatId="colorful" phldr="1"/>
      <dgm:spPr/>
    </dgm:pt>
    <dgm:pt modelId="{E6A37A32-4FDB-4160-8224-649A61B9B7FA}">
      <dgm:prSet phldrT="[Text]"/>
      <dgm:spPr/>
      <dgm:t>
        <a:bodyPr/>
        <a:lstStyle/>
        <a:p>
          <a:pPr rtl="0"/>
          <a:r>
            <a:rPr lang="en-US">
              <a:latin typeface="Calibri"/>
            </a:rPr>
            <a:t>Saketh Reddy </a:t>
          </a:r>
          <a:r>
            <a:rPr lang="en-US" err="1">
              <a:latin typeface="Calibri"/>
            </a:rPr>
            <a:t>Puchakayala</a:t>
          </a:r>
          <a:br>
            <a:rPr lang="en-US"/>
          </a:br>
          <a:r>
            <a:rPr lang="en-US"/>
            <a:t>Scrum Master</a:t>
          </a:r>
        </a:p>
      </dgm:t>
    </dgm:pt>
    <dgm:pt modelId="{FBC227AB-04B5-4E02-B9C8-CE059397AE6F}" type="parTrans" cxnId="{261139F4-D2EA-421C-B10D-3618FDDE855E}">
      <dgm:prSet/>
      <dgm:spPr/>
      <dgm:t>
        <a:bodyPr/>
        <a:lstStyle/>
        <a:p>
          <a:endParaRPr lang="en-US"/>
        </a:p>
      </dgm:t>
    </dgm:pt>
    <dgm:pt modelId="{B8DCDEB4-DADC-41EF-B582-800BCBDD8234}" type="sibTrans" cxnId="{261139F4-D2EA-421C-B10D-3618FDDE855E}">
      <dgm:prSet/>
      <dgm:spPr/>
      <dgm:t>
        <a:bodyPr/>
        <a:lstStyle/>
        <a:p>
          <a:endParaRPr lang="en-US"/>
        </a:p>
      </dgm:t>
    </dgm:pt>
    <dgm:pt modelId="{EF1FAB9C-EEAC-458E-8DA1-803B62CC2AD6}">
      <dgm:prSet phldrT="[Text]"/>
      <dgm:spPr/>
      <dgm:t>
        <a:bodyPr/>
        <a:lstStyle/>
        <a:p>
          <a:pPr rtl="0"/>
          <a:r>
            <a:rPr lang="en-US">
              <a:latin typeface="Calibri"/>
            </a:rPr>
            <a:t>Devesh Sidde</a:t>
          </a:r>
          <a:br>
            <a:rPr lang="en-US"/>
          </a:br>
          <a:r>
            <a:rPr lang="en-US"/>
            <a:t>Developer</a:t>
          </a:r>
        </a:p>
      </dgm:t>
    </dgm:pt>
    <dgm:pt modelId="{A65EAEA3-2485-44BD-8A01-991658150C1F}" type="parTrans" cxnId="{F766B632-7857-4A52-8280-79E5D455DB77}">
      <dgm:prSet/>
      <dgm:spPr/>
      <dgm:t>
        <a:bodyPr/>
        <a:lstStyle/>
        <a:p>
          <a:endParaRPr lang="en-US"/>
        </a:p>
      </dgm:t>
    </dgm:pt>
    <dgm:pt modelId="{12B3D08B-F07A-467F-978D-FE9E79E11867}" type="sibTrans" cxnId="{F766B632-7857-4A52-8280-79E5D455DB77}">
      <dgm:prSet/>
      <dgm:spPr/>
      <dgm:t>
        <a:bodyPr/>
        <a:lstStyle/>
        <a:p>
          <a:endParaRPr lang="en-US"/>
        </a:p>
      </dgm:t>
    </dgm:pt>
    <dgm:pt modelId="{1174EA91-0D82-4211-BF7E-02BB16428B26}">
      <dgm:prSet phldrT="[Text]"/>
      <dgm:spPr/>
      <dgm:t>
        <a:bodyPr/>
        <a:lstStyle/>
        <a:p>
          <a:pPr rtl="0"/>
          <a:r>
            <a:rPr lang="en-US">
              <a:latin typeface="Calibri"/>
            </a:rPr>
            <a:t>Rushikesh</a:t>
          </a:r>
          <a:r>
            <a:rPr lang="en-US">
              <a:solidFill>
                <a:srgbClr val="000000"/>
              </a:solidFill>
              <a:latin typeface="Calibri"/>
            </a:rPr>
            <a:t> </a:t>
          </a:r>
          <a:r>
            <a:rPr lang="en-US">
              <a:latin typeface="Calibri"/>
            </a:rPr>
            <a:t>Ware</a:t>
          </a:r>
          <a:br>
            <a:rPr lang="en-US"/>
          </a:br>
          <a:r>
            <a:rPr lang="en-US"/>
            <a:t>Developer</a:t>
          </a:r>
        </a:p>
      </dgm:t>
    </dgm:pt>
    <dgm:pt modelId="{D898F056-1907-41F1-AFDD-3C7AA30D4784}" type="parTrans" cxnId="{4ADAF13E-E80B-459F-9E0C-3F05CE8C3E68}">
      <dgm:prSet/>
      <dgm:spPr/>
      <dgm:t>
        <a:bodyPr/>
        <a:lstStyle/>
        <a:p>
          <a:endParaRPr lang="en-US"/>
        </a:p>
      </dgm:t>
    </dgm:pt>
    <dgm:pt modelId="{914F4B16-3AEF-420B-97E1-F685172A44F6}" type="sibTrans" cxnId="{4ADAF13E-E80B-459F-9E0C-3F05CE8C3E68}">
      <dgm:prSet/>
      <dgm:spPr/>
      <dgm:t>
        <a:bodyPr/>
        <a:lstStyle/>
        <a:p>
          <a:endParaRPr lang="en-US"/>
        </a:p>
      </dgm:t>
    </dgm:pt>
    <dgm:pt modelId="{FF6720FC-D597-4E8B-8DED-B5175774475A}">
      <dgm:prSet phldrT="[Text]"/>
      <dgm:spPr/>
      <dgm:t>
        <a:bodyPr/>
        <a:lstStyle/>
        <a:p>
          <a:pPr rtl="0"/>
          <a:r>
            <a:rPr lang="en-US">
              <a:latin typeface="Calibri"/>
            </a:rPr>
            <a:t>Daniel</a:t>
          </a:r>
          <a:r>
            <a:rPr lang="en-US">
              <a:solidFill>
                <a:srgbClr val="000000"/>
              </a:solidFill>
              <a:latin typeface="Calibri"/>
            </a:rPr>
            <a:t> </a:t>
          </a:r>
          <a:r>
            <a:rPr lang="en-US">
              <a:latin typeface="Calibri"/>
            </a:rPr>
            <a:t>Berhane Araya</a:t>
          </a:r>
          <a:br>
            <a:rPr lang="en-US"/>
          </a:br>
          <a:r>
            <a:rPr lang="en-US"/>
            <a:t>Product Owner</a:t>
          </a:r>
        </a:p>
      </dgm:t>
    </dgm:pt>
    <dgm:pt modelId="{D79BE36A-E982-461A-B497-99A870FE4510}" type="parTrans" cxnId="{2365F23A-75C8-4AAB-B162-6300F531347B}">
      <dgm:prSet/>
      <dgm:spPr/>
      <dgm:t>
        <a:bodyPr/>
        <a:lstStyle/>
        <a:p>
          <a:endParaRPr lang="en-US"/>
        </a:p>
      </dgm:t>
    </dgm:pt>
    <dgm:pt modelId="{10DF836C-16B9-456E-9415-3953E42162EA}" type="sibTrans" cxnId="{2365F23A-75C8-4AAB-B162-6300F531347B}">
      <dgm:prSet/>
      <dgm:spPr/>
      <dgm:t>
        <a:bodyPr/>
        <a:lstStyle/>
        <a:p>
          <a:endParaRPr lang="en-US"/>
        </a:p>
      </dgm:t>
    </dgm:pt>
    <dgm:pt modelId="{BC3DC443-B727-4059-B20A-21E8B4F9D7C0}">
      <dgm:prSet phldrT="[Text]"/>
      <dgm:spPr/>
      <dgm:t>
        <a:bodyPr/>
        <a:lstStyle/>
        <a:p>
          <a:pPr rtl="0"/>
          <a:r>
            <a:rPr lang="en-US">
              <a:latin typeface="Calibri"/>
            </a:rPr>
            <a:t>Chandra</a:t>
          </a:r>
          <a:r>
            <a:rPr lang="en-US">
              <a:solidFill>
                <a:srgbClr val="000000"/>
              </a:solidFill>
              <a:latin typeface="Calibri"/>
            </a:rPr>
            <a:t> </a:t>
          </a:r>
          <a:r>
            <a:rPr lang="en-US">
              <a:latin typeface="Calibri"/>
            </a:rPr>
            <a:t>Kiran Reddy Amireddy</a:t>
          </a:r>
          <a:br>
            <a:rPr lang="en-US"/>
          </a:br>
          <a:r>
            <a:rPr lang="en-US"/>
            <a:t>Developer</a:t>
          </a:r>
        </a:p>
      </dgm:t>
    </dgm:pt>
    <dgm:pt modelId="{015F5A43-2D0A-4ADC-8530-ECDFFA236DAA}" type="parTrans" cxnId="{14E62036-DF0B-440F-921A-099ADFAFB60E}">
      <dgm:prSet/>
      <dgm:spPr/>
      <dgm:t>
        <a:bodyPr/>
        <a:lstStyle/>
        <a:p>
          <a:endParaRPr lang="en-US"/>
        </a:p>
      </dgm:t>
    </dgm:pt>
    <dgm:pt modelId="{F7E59D5D-8EA7-4D25-8884-6B11F0DC712C}" type="sibTrans" cxnId="{14E62036-DF0B-440F-921A-099ADFAFB60E}">
      <dgm:prSet/>
      <dgm:spPr/>
      <dgm:t>
        <a:bodyPr/>
        <a:lstStyle/>
        <a:p>
          <a:endParaRPr lang="en-US"/>
        </a:p>
      </dgm:t>
    </dgm:pt>
    <dgm:pt modelId="{1D280BCA-5803-431E-982A-6F36D343DF82}">
      <dgm:prSet phldrT="[Text]"/>
      <dgm:spPr/>
      <dgm:t>
        <a:bodyPr/>
        <a:lstStyle/>
        <a:p>
          <a:pPr rtl="0"/>
          <a:r>
            <a:rPr lang="en-US">
              <a:latin typeface="Calibri"/>
            </a:rPr>
            <a:t>Sowdhamini Bharadwaj</a:t>
          </a:r>
          <a:r>
            <a:rPr lang="en-US">
              <a:solidFill>
                <a:srgbClr val="000000"/>
              </a:solidFill>
              <a:latin typeface="Calibri"/>
            </a:rPr>
            <a:t> </a:t>
          </a:r>
          <a:r>
            <a:rPr lang="en-US">
              <a:latin typeface="Calibri"/>
            </a:rPr>
            <a:t>Mandava</a:t>
          </a:r>
          <a:r>
            <a:rPr lang="en-US">
              <a:solidFill>
                <a:srgbClr val="000000"/>
              </a:solidFill>
              <a:latin typeface="Calibri"/>
            </a:rPr>
            <a:t> </a:t>
          </a:r>
          <a:r>
            <a:rPr lang="en-US">
              <a:latin typeface="Calibri"/>
            </a:rPr>
            <a:t>Venkata</a:t>
          </a:r>
          <a:br>
            <a:rPr lang="en-US"/>
          </a:br>
          <a:r>
            <a:rPr lang="en-US"/>
            <a:t>Developer</a:t>
          </a:r>
        </a:p>
      </dgm:t>
    </dgm:pt>
    <dgm:pt modelId="{17BC456C-F22D-455F-AC35-12A31BD72800}" type="parTrans" cxnId="{54A7D819-0BAA-4BC9-8C81-857D6CA9817A}">
      <dgm:prSet/>
      <dgm:spPr/>
      <dgm:t>
        <a:bodyPr/>
        <a:lstStyle/>
        <a:p>
          <a:endParaRPr lang="en-US"/>
        </a:p>
      </dgm:t>
    </dgm:pt>
    <dgm:pt modelId="{1D1CA476-61C3-4E6F-A3A4-6E78DB6AFFC8}" type="sibTrans" cxnId="{54A7D819-0BAA-4BC9-8C81-857D6CA9817A}">
      <dgm:prSet/>
      <dgm:spPr/>
      <dgm:t>
        <a:bodyPr/>
        <a:lstStyle/>
        <a:p>
          <a:endParaRPr lang="en-US"/>
        </a:p>
      </dgm:t>
    </dgm:pt>
    <dgm:pt modelId="{E813D4AE-408A-DC4D-979B-E48C39BA6864}" type="pres">
      <dgm:prSet presAssocID="{D7A0C5FB-E74F-4374-9A21-094842ECF9B3}" presName="Name0" presStyleCnt="0">
        <dgm:presLayoutVars>
          <dgm:dir/>
        </dgm:presLayoutVars>
      </dgm:prSet>
      <dgm:spPr/>
    </dgm:pt>
    <dgm:pt modelId="{EED6477E-6FFB-454C-8B1C-70B11D6DA1B7}" type="pres">
      <dgm:prSet presAssocID="{E6A37A32-4FDB-4160-8224-649A61B9B7FA}" presName="composite" presStyleCnt="0"/>
      <dgm:spPr/>
    </dgm:pt>
    <dgm:pt modelId="{E0B77CA5-59C4-8B4A-AEDC-7AF81C492BB1}" type="pres">
      <dgm:prSet presAssocID="{E6A37A32-4FDB-4160-8224-649A61B9B7FA}" presName="rect2" presStyleLbl="revTx" presStyleIdx="0" presStyleCnt="6">
        <dgm:presLayoutVars>
          <dgm:bulletEnabled val="1"/>
        </dgm:presLayoutVars>
      </dgm:prSet>
      <dgm:spPr/>
    </dgm:pt>
    <dgm:pt modelId="{6E967490-2437-3F4A-A798-BD218DFE5C93}" type="pres">
      <dgm:prSet presAssocID="{E6A37A32-4FDB-4160-8224-649A61B9B7FA}" presName="rect1" presStyleLbl="alignImgPlace1" presStyleIdx="0" presStyleCnt="6"/>
      <dgm:spPr>
        <a:blipFill dpi="0" rotWithShape="1">
          <a:blip xmlns:r="http://schemas.openxmlformats.org/officeDocument/2006/relationships" r:embed="rId1"/>
          <a:srcRect/>
          <a:stretch>
            <a:fillRect l="-42574" t="1193" r="-7426" b="-1193"/>
          </a:stretch>
        </a:blipFill>
      </dgm:spPr>
      <dgm:extLst>
        <a:ext uri="{E40237B7-FDA0-4F09-8148-C483321AD2D9}">
          <dgm14:cNvPr xmlns:dgm14="http://schemas.microsoft.com/office/drawing/2010/diagram" id="0" name="" descr="A person in a suit&#10;&#10;AI-generated content may be incorrect."/>
        </a:ext>
      </dgm:extLst>
    </dgm:pt>
    <dgm:pt modelId="{A7152D53-068F-6848-9BF3-4F46303C8866}" type="pres">
      <dgm:prSet presAssocID="{B8DCDEB4-DADC-41EF-B582-800BCBDD8234}" presName="sibTrans" presStyleCnt="0"/>
      <dgm:spPr/>
    </dgm:pt>
    <dgm:pt modelId="{E327B228-9517-DA43-85F3-215C35BC7388}" type="pres">
      <dgm:prSet presAssocID="{FF6720FC-D597-4E8B-8DED-B5175774475A}" presName="composite" presStyleCnt="0"/>
      <dgm:spPr/>
    </dgm:pt>
    <dgm:pt modelId="{20DEF53F-B2BC-D443-88CC-9049D15913EF}" type="pres">
      <dgm:prSet presAssocID="{FF6720FC-D597-4E8B-8DED-B5175774475A}" presName="rect2" presStyleLbl="revTx" presStyleIdx="1" presStyleCnt="6">
        <dgm:presLayoutVars>
          <dgm:bulletEnabled val="1"/>
        </dgm:presLayoutVars>
      </dgm:prSet>
      <dgm:spPr/>
    </dgm:pt>
    <dgm:pt modelId="{A7746AFA-A97F-D34B-B3F2-FC3DA5276430}" type="pres">
      <dgm:prSet presAssocID="{FF6720FC-D597-4E8B-8DED-B5175774475A}" presName="rect1" presStyleLbl="alignImgPlace1" presStyleIdx="1" presStyleCnt="6"/>
      <dgm:spPr>
        <a:blipFill dpi="0" rotWithShape="1">
          <a:blip xmlns:r="http://schemas.openxmlformats.org/officeDocument/2006/relationships" r:embed="rId2"/>
          <a:srcRect/>
          <a:stretch>
            <a:fillRect l="-113" t="-2386" r="113" b="-23614"/>
          </a:stretch>
        </a:blipFill>
      </dgm:spPr>
      <dgm:extLst>
        <a:ext uri="{E40237B7-FDA0-4F09-8148-C483321AD2D9}">
          <dgm14:cNvPr xmlns:dgm14="http://schemas.microsoft.com/office/drawing/2010/diagram" id="0" name="" descr="A person wearing glasses and a striped sweater&#10;&#10;AI-generated content may be incorrect."/>
        </a:ext>
      </dgm:extLst>
    </dgm:pt>
    <dgm:pt modelId="{5E29AA26-A424-FF42-B04C-C187F7860AEC}" type="pres">
      <dgm:prSet presAssocID="{10DF836C-16B9-456E-9415-3953E42162EA}" presName="sibTrans" presStyleCnt="0"/>
      <dgm:spPr/>
    </dgm:pt>
    <dgm:pt modelId="{11B25D81-420A-D84C-8006-8AFD4C431C01}" type="pres">
      <dgm:prSet presAssocID="{BC3DC443-B727-4059-B20A-21E8B4F9D7C0}" presName="composite" presStyleCnt="0"/>
      <dgm:spPr/>
    </dgm:pt>
    <dgm:pt modelId="{6C542CF0-8C4F-C948-BCB9-7B0902B13B06}" type="pres">
      <dgm:prSet presAssocID="{BC3DC443-B727-4059-B20A-21E8B4F9D7C0}" presName="rect2" presStyleLbl="revTx" presStyleIdx="2" presStyleCnt="6">
        <dgm:presLayoutVars>
          <dgm:bulletEnabled val="1"/>
        </dgm:presLayoutVars>
      </dgm:prSet>
      <dgm:spPr/>
    </dgm:pt>
    <dgm:pt modelId="{415E2E1A-8975-1545-B2E2-ADEE8ECD532B}" type="pres">
      <dgm:prSet presAssocID="{BC3DC443-B727-4059-B20A-21E8B4F9D7C0}" presName="rect1" presStyleLbl="alignImgPlace1" presStyleIdx="2" presStyleCnt="6"/>
      <dgm:spPr>
        <a:blipFill dpi="0" rotWithShape="1">
          <a:blip xmlns:r="http://schemas.openxmlformats.org/officeDocument/2006/relationships" r:embed="rId3"/>
          <a:srcRect/>
          <a:stretch>
            <a:fillRect l="281" t="1193" r="-281" b="-51193"/>
          </a:stretch>
        </a:blipFill>
      </dgm:spPr>
      <dgm:extLst>
        <a:ext uri="{E40237B7-FDA0-4F09-8148-C483321AD2D9}">
          <dgm14:cNvPr xmlns:dgm14="http://schemas.microsoft.com/office/drawing/2010/diagram" id="0" name="" descr="A person with glasses and a beard&#10;&#10;AI-generated content may be incorrect."/>
        </a:ext>
      </dgm:extLst>
    </dgm:pt>
    <dgm:pt modelId="{E00D1B79-F8BD-304B-95E3-71C6729E3B25}" type="pres">
      <dgm:prSet presAssocID="{F7E59D5D-8EA7-4D25-8884-6B11F0DC712C}" presName="sibTrans" presStyleCnt="0"/>
      <dgm:spPr/>
    </dgm:pt>
    <dgm:pt modelId="{201C6421-4BD1-6746-A6A3-2F31C1CA1D3D}" type="pres">
      <dgm:prSet presAssocID="{1D280BCA-5803-431E-982A-6F36D343DF82}" presName="composite" presStyleCnt="0"/>
      <dgm:spPr/>
    </dgm:pt>
    <dgm:pt modelId="{B52E0C82-CF20-A04F-890A-BDF096609DB3}" type="pres">
      <dgm:prSet presAssocID="{1D280BCA-5803-431E-982A-6F36D343DF82}" presName="rect2" presStyleLbl="revTx" presStyleIdx="3" presStyleCnt="6">
        <dgm:presLayoutVars>
          <dgm:bulletEnabled val="1"/>
        </dgm:presLayoutVars>
      </dgm:prSet>
      <dgm:spPr/>
    </dgm:pt>
    <dgm:pt modelId="{C350E6CF-EC7D-F146-8083-F9C847C26375}" type="pres">
      <dgm:prSet presAssocID="{1D280BCA-5803-431E-982A-6F36D343DF82}" presName="rect1" presStyleLbl="alignImgPlace1" presStyleIdx="3" presStyleCnt="6"/>
      <dgm:spPr>
        <a:blipFill dpi="0" rotWithShape="1">
          <a:blip xmlns:r="http://schemas.openxmlformats.org/officeDocument/2006/relationships" r:embed="rId4"/>
          <a:srcRect/>
          <a:stretch>
            <a:fillRect l="-508" t="-1496" r="508" b="-38504"/>
          </a:stretch>
        </a:blipFill>
      </dgm:spPr>
      <dgm:extLst>
        <a:ext uri="{E40237B7-FDA0-4F09-8148-C483321AD2D9}">
          <dgm14:cNvPr xmlns:dgm14="http://schemas.microsoft.com/office/drawing/2010/diagram" id="0" name="" descr="A person standing in front of a house&#10;&#10;AI-generated content may be incorrect."/>
        </a:ext>
      </dgm:extLst>
    </dgm:pt>
    <dgm:pt modelId="{60647E75-AB77-9A42-BA37-8C12D2E229F7}" type="pres">
      <dgm:prSet presAssocID="{1D1CA476-61C3-4E6F-A3A4-6E78DB6AFFC8}" presName="sibTrans" presStyleCnt="0"/>
      <dgm:spPr/>
    </dgm:pt>
    <dgm:pt modelId="{F2E2343F-2180-CC49-93CC-5BA846B60C98}" type="pres">
      <dgm:prSet presAssocID="{1174EA91-0D82-4211-BF7E-02BB16428B26}" presName="composite" presStyleCnt="0"/>
      <dgm:spPr/>
    </dgm:pt>
    <dgm:pt modelId="{17FDB844-198D-6240-BB67-C91391508B77}" type="pres">
      <dgm:prSet presAssocID="{1174EA91-0D82-4211-BF7E-02BB16428B26}" presName="rect2" presStyleLbl="revTx" presStyleIdx="4" presStyleCnt="6">
        <dgm:presLayoutVars>
          <dgm:bulletEnabled val="1"/>
        </dgm:presLayoutVars>
      </dgm:prSet>
      <dgm:spPr/>
    </dgm:pt>
    <dgm:pt modelId="{568831B3-0A53-1B4A-A5BF-9971DEFE168F}" type="pres">
      <dgm:prSet presAssocID="{1174EA91-0D82-4211-BF7E-02BB16428B26}" presName="rect1" presStyleLbl="alignImgPlace1" presStyleIdx="4" presStyleCnt="6"/>
      <dgm:spPr>
        <a:blipFill dpi="0" rotWithShape="1">
          <a:blip xmlns:r="http://schemas.openxmlformats.org/officeDocument/2006/relationships" r:embed="rId5"/>
          <a:srcRect/>
          <a:stretch>
            <a:fillRect l="-113" t="-1496" r="113" b="-38504"/>
          </a:stretch>
        </a:blipFill>
      </dgm:spPr>
      <dgm:extLst>
        <a:ext uri="{E40237B7-FDA0-4F09-8148-C483321AD2D9}">
          <dgm14:cNvPr xmlns:dgm14="http://schemas.microsoft.com/office/drawing/2010/diagram" id="0" name="" descr="A person in a blue suit&#10;&#10;AI-generated content may be incorrect."/>
        </a:ext>
      </dgm:extLst>
    </dgm:pt>
    <dgm:pt modelId="{726B1FCA-E57D-4A4E-BB3A-99DDAFA4E921}" type="pres">
      <dgm:prSet presAssocID="{914F4B16-3AEF-420B-97E1-F685172A44F6}" presName="sibTrans" presStyleCnt="0"/>
      <dgm:spPr/>
    </dgm:pt>
    <dgm:pt modelId="{290A4CD6-F00B-654E-9B07-F21CB012D1F4}" type="pres">
      <dgm:prSet presAssocID="{EF1FAB9C-EEAC-458E-8DA1-803B62CC2AD6}" presName="composite" presStyleCnt="0"/>
      <dgm:spPr/>
    </dgm:pt>
    <dgm:pt modelId="{1AF4C48C-CBAD-C741-A742-31253FC8B30B}" type="pres">
      <dgm:prSet presAssocID="{EF1FAB9C-EEAC-458E-8DA1-803B62CC2AD6}" presName="rect2" presStyleLbl="revTx" presStyleIdx="5" presStyleCnt="6">
        <dgm:presLayoutVars>
          <dgm:bulletEnabled val="1"/>
        </dgm:presLayoutVars>
      </dgm:prSet>
      <dgm:spPr/>
    </dgm:pt>
    <dgm:pt modelId="{1950220D-D2AA-D041-AEBA-E6117BA4553E}" type="pres">
      <dgm:prSet presAssocID="{EF1FAB9C-EEAC-458E-8DA1-803B62CC2AD6}" presName="rect1" presStyleLbl="alignImgPlace1" presStyleIdx="5" presStyleCnt="6"/>
      <dgm:spPr>
        <a:blipFill dpi="0" rotWithShape="1">
          <a:blip xmlns:r="http://schemas.openxmlformats.org/officeDocument/2006/relationships" r:embed="rId6"/>
          <a:srcRect/>
          <a:stretch>
            <a:fillRect l="-24775" t="-1496" r="-53225" b="1496"/>
          </a:stretch>
        </a:blipFill>
        <a:ln>
          <a:solidFill>
            <a:srgbClr val="4472C4"/>
          </a:solidFill>
        </a:ln>
      </dgm:spPr>
    </dgm:pt>
  </dgm:ptLst>
  <dgm:cxnLst>
    <dgm:cxn modelId="{54A7D819-0BAA-4BC9-8C81-857D6CA9817A}" srcId="{D7A0C5FB-E74F-4374-9A21-094842ECF9B3}" destId="{1D280BCA-5803-431E-982A-6F36D343DF82}" srcOrd="3" destOrd="0" parTransId="{17BC456C-F22D-455F-AC35-12A31BD72800}" sibTransId="{1D1CA476-61C3-4E6F-A3A4-6E78DB6AFFC8}"/>
    <dgm:cxn modelId="{3F1D161C-59CC-5446-81F3-AEA39CA90783}" type="presOf" srcId="{EF1FAB9C-EEAC-458E-8DA1-803B62CC2AD6}" destId="{1AF4C48C-CBAD-C741-A742-31253FC8B30B}" srcOrd="0" destOrd="0" presId="urn:microsoft.com/office/officeart/2008/layout/PictureGrid"/>
    <dgm:cxn modelId="{F766B632-7857-4A52-8280-79E5D455DB77}" srcId="{D7A0C5FB-E74F-4374-9A21-094842ECF9B3}" destId="{EF1FAB9C-EEAC-458E-8DA1-803B62CC2AD6}" srcOrd="5" destOrd="0" parTransId="{A65EAEA3-2485-44BD-8A01-991658150C1F}" sibTransId="{12B3D08B-F07A-467F-978D-FE9E79E11867}"/>
    <dgm:cxn modelId="{14E62036-DF0B-440F-921A-099ADFAFB60E}" srcId="{D7A0C5FB-E74F-4374-9A21-094842ECF9B3}" destId="{BC3DC443-B727-4059-B20A-21E8B4F9D7C0}" srcOrd="2" destOrd="0" parTransId="{015F5A43-2D0A-4ADC-8530-ECDFFA236DAA}" sibTransId="{F7E59D5D-8EA7-4D25-8884-6B11F0DC712C}"/>
    <dgm:cxn modelId="{2365F23A-75C8-4AAB-B162-6300F531347B}" srcId="{D7A0C5FB-E74F-4374-9A21-094842ECF9B3}" destId="{FF6720FC-D597-4E8B-8DED-B5175774475A}" srcOrd="1" destOrd="0" parTransId="{D79BE36A-E982-461A-B497-99A870FE4510}" sibTransId="{10DF836C-16B9-456E-9415-3953E42162EA}"/>
    <dgm:cxn modelId="{4ADAF13E-E80B-459F-9E0C-3F05CE8C3E68}" srcId="{D7A0C5FB-E74F-4374-9A21-094842ECF9B3}" destId="{1174EA91-0D82-4211-BF7E-02BB16428B26}" srcOrd="4" destOrd="0" parTransId="{D898F056-1907-41F1-AFDD-3C7AA30D4784}" sibTransId="{914F4B16-3AEF-420B-97E1-F685172A44F6}"/>
    <dgm:cxn modelId="{18587E4D-1CC9-5B4D-A6C2-BE38E26CC869}" type="presOf" srcId="{1174EA91-0D82-4211-BF7E-02BB16428B26}" destId="{17FDB844-198D-6240-BB67-C91391508B77}" srcOrd="0" destOrd="0" presId="urn:microsoft.com/office/officeart/2008/layout/PictureGrid"/>
    <dgm:cxn modelId="{0177E34F-9738-FE46-9480-996A6C88F6F8}" type="presOf" srcId="{FF6720FC-D597-4E8B-8DED-B5175774475A}" destId="{20DEF53F-B2BC-D443-88CC-9049D15913EF}" srcOrd="0" destOrd="0" presId="urn:microsoft.com/office/officeart/2008/layout/PictureGrid"/>
    <dgm:cxn modelId="{DABA499E-881F-744B-B630-F40A09B8752B}" type="presOf" srcId="{D7A0C5FB-E74F-4374-9A21-094842ECF9B3}" destId="{E813D4AE-408A-DC4D-979B-E48C39BA6864}" srcOrd="0" destOrd="0" presId="urn:microsoft.com/office/officeart/2008/layout/PictureGrid"/>
    <dgm:cxn modelId="{0A7F57C3-B1C7-5741-8E9C-9D1E0F3E2427}" type="presOf" srcId="{1D280BCA-5803-431E-982A-6F36D343DF82}" destId="{B52E0C82-CF20-A04F-890A-BDF096609DB3}" srcOrd="0" destOrd="0" presId="urn:microsoft.com/office/officeart/2008/layout/PictureGrid"/>
    <dgm:cxn modelId="{8E2B62CA-C451-2A48-A43D-4674A4F07AB0}" type="presOf" srcId="{E6A37A32-4FDB-4160-8224-649A61B9B7FA}" destId="{E0B77CA5-59C4-8B4A-AEDC-7AF81C492BB1}" srcOrd="0" destOrd="0" presId="urn:microsoft.com/office/officeart/2008/layout/PictureGrid"/>
    <dgm:cxn modelId="{261139F4-D2EA-421C-B10D-3618FDDE855E}" srcId="{D7A0C5FB-E74F-4374-9A21-094842ECF9B3}" destId="{E6A37A32-4FDB-4160-8224-649A61B9B7FA}" srcOrd="0" destOrd="0" parTransId="{FBC227AB-04B5-4E02-B9C8-CE059397AE6F}" sibTransId="{B8DCDEB4-DADC-41EF-B582-800BCBDD8234}"/>
    <dgm:cxn modelId="{66C0EAFE-3F86-214D-A7FB-2A4DD020A89D}" type="presOf" srcId="{BC3DC443-B727-4059-B20A-21E8B4F9D7C0}" destId="{6C542CF0-8C4F-C948-BCB9-7B0902B13B06}" srcOrd="0" destOrd="0" presId="urn:microsoft.com/office/officeart/2008/layout/PictureGrid"/>
    <dgm:cxn modelId="{E8DF5254-7B73-4540-B6CD-A47039F8A6CD}" type="presParOf" srcId="{E813D4AE-408A-DC4D-979B-E48C39BA6864}" destId="{EED6477E-6FFB-454C-8B1C-70B11D6DA1B7}" srcOrd="0" destOrd="0" presId="urn:microsoft.com/office/officeart/2008/layout/PictureGrid"/>
    <dgm:cxn modelId="{1E74BAD3-1900-8E45-AB0B-EFA2D323DBE5}" type="presParOf" srcId="{EED6477E-6FFB-454C-8B1C-70B11D6DA1B7}" destId="{E0B77CA5-59C4-8B4A-AEDC-7AF81C492BB1}" srcOrd="0" destOrd="0" presId="urn:microsoft.com/office/officeart/2008/layout/PictureGrid"/>
    <dgm:cxn modelId="{AE66DA2A-D2D9-3646-801F-0F8AD2AC9684}" type="presParOf" srcId="{EED6477E-6FFB-454C-8B1C-70B11D6DA1B7}" destId="{6E967490-2437-3F4A-A798-BD218DFE5C93}" srcOrd="1" destOrd="0" presId="urn:microsoft.com/office/officeart/2008/layout/PictureGrid"/>
    <dgm:cxn modelId="{F043F674-945F-294E-A195-00386E5CD690}" type="presParOf" srcId="{E813D4AE-408A-DC4D-979B-E48C39BA6864}" destId="{A7152D53-068F-6848-9BF3-4F46303C8866}" srcOrd="1" destOrd="0" presId="urn:microsoft.com/office/officeart/2008/layout/PictureGrid"/>
    <dgm:cxn modelId="{5A8037C0-9B5C-6D40-BB26-2AADB1E996A2}" type="presParOf" srcId="{E813D4AE-408A-DC4D-979B-E48C39BA6864}" destId="{E327B228-9517-DA43-85F3-215C35BC7388}" srcOrd="2" destOrd="0" presId="urn:microsoft.com/office/officeart/2008/layout/PictureGrid"/>
    <dgm:cxn modelId="{A39121A4-B0FD-0146-80A4-23AF8D86B1FE}" type="presParOf" srcId="{E327B228-9517-DA43-85F3-215C35BC7388}" destId="{20DEF53F-B2BC-D443-88CC-9049D15913EF}" srcOrd="0" destOrd="0" presId="urn:microsoft.com/office/officeart/2008/layout/PictureGrid"/>
    <dgm:cxn modelId="{4374BEB6-2695-0943-9698-FD5A290ECC1A}" type="presParOf" srcId="{E327B228-9517-DA43-85F3-215C35BC7388}" destId="{A7746AFA-A97F-D34B-B3F2-FC3DA5276430}" srcOrd="1" destOrd="0" presId="urn:microsoft.com/office/officeart/2008/layout/PictureGrid"/>
    <dgm:cxn modelId="{7F2300D1-3526-B24F-A82F-D187DFEF0274}" type="presParOf" srcId="{E813D4AE-408A-DC4D-979B-E48C39BA6864}" destId="{5E29AA26-A424-FF42-B04C-C187F7860AEC}" srcOrd="3" destOrd="0" presId="urn:microsoft.com/office/officeart/2008/layout/PictureGrid"/>
    <dgm:cxn modelId="{A6C32267-84F8-0D46-B979-949EA8A6E0AD}" type="presParOf" srcId="{E813D4AE-408A-DC4D-979B-E48C39BA6864}" destId="{11B25D81-420A-D84C-8006-8AFD4C431C01}" srcOrd="4" destOrd="0" presId="urn:microsoft.com/office/officeart/2008/layout/PictureGrid"/>
    <dgm:cxn modelId="{B83D4CF8-0C16-9B40-80B8-5D32DEE86EC3}" type="presParOf" srcId="{11B25D81-420A-D84C-8006-8AFD4C431C01}" destId="{6C542CF0-8C4F-C948-BCB9-7B0902B13B06}" srcOrd="0" destOrd="0" presId="urn:microsoft.com/office/officeart/2008/layout/PictureGrid"/>
    <dgm:cxn modelId="{0ED91F2D-6C94-9747-9591-8D20D50D0B07}" type="presParOf" srcId="{11B25D81-420A-D84C-8006-8AFD4C431C01}" destId="{415E2E1A-8975-1545-B2E2-ADEE8ECD532B}" srcOrd="1" destOrd="0" presId="urn:microsoft.com/office/officeart/2008/layout/PictureGrid"/>
    <dgm:cxn modelId="{DE39F0AF-C635-C44E-855F-B1CFEF610207}" type="presParOf" srcId="{E813D4AE-408A-DC4D-979B-E48C39BA6864}" destId="{E00D1B79-F8BD-304B-95E3-71C6729E3B25}" srcOrd="5" destOrd="0" presId="urn:microsoft.com/office/officeart/2008/layout/PictureGrid"/>
    <dgm:cxn modelId="{C75B9331-4267-774E-9A9B-C63765E8D24E}" type="presParOf" srcId="{E813D4AE-408A-DC4D-979B-E48C39BA6864}" destId="{201C6421-4BD1-6746-A6A3-2F31C1CA1D3D}" srcOrd="6" destOrd="0" presId="urn:microsoft.com/office/officeart/2008/layout/PictureGrid"/>
    <dgm:cxn modelId="{1B71E332-A535-1E43-AFF2-FBE435D85D5B}" type="presParOf" srcId="{201C6421-4BD1-6746-A6A3-2F31C1CA1D3D}" destId="{B52E0C82-CF20-A04F-890A-BDF096609DB3}" srcOrd="0" destOrd="0" presId="urn:microsoft.com/office/officeart/2008/layout/PictureGrid"/>
    <dgm:cxn modelId="{2B4A2FDC-2E5A-D144-89D9-5D2E205EA8FC}" type="presParOf" srcId="{201C6421-4BD1-6746-A6A3-2F31C1CA1D3D}" destId="{C350E6CF-EC7D-F146-8083-F9C847C26375}" srcOrd="1" destOrd="0" presId="urn:microsoft.com/office/officeart/2008/layout/PictureGrid"/>
    <dgm:cxn modelId="{40AA0BB4-DE66-FE4C-9ACC-A07FDEE3C104}" type="presParOf" srcId="{E813D4AE-408A-DC4D-979B-E48C39BA6864}" destId="{60647E75-AB77-9A42-BA37-8C12D2E229F7}" srcOrd="7" destOrd="0" presId="urn:microsoft.com/office/officeart/2008/layout/PictureGrid"/>
    <dgm:cxn modelId="{3AA3E968-E8D8-5049-847F-A96D3BE416F5}" type="presParOf" srcId="{E813D4AE-408A-DC4D-979B-E48C39BA6864}" destId="{F2E2343F-2180-CC49-93CC-5BA846B60C98}" srcOrd="8" destOrd="0" presId="urn:microsoft.com/office/officeart/2008/layout/PictureGrid"/>
    <dgm:cxn modelId="{B9D948B9-AF19-4F49-8621-2E5D28754DBE}" type="presParOf" srcId="{F2E2343F-2180-CC49-93CC-5BA846B60C98}" destId="{17FDB844-198D-6240-BB67-C91391508B77}" srcOrd="0" destOrd="0" presId="urn:microsoft.com/office/officeart/2008/layout/PictureGrid"/>
    <dgm:cxn modelId="{3080500A-FAF0-7A4D-96A9-ADB7C4DD24D5}" type="presParOf" srcId="{F2E2343F-2180-CC49-93CC-5BA846B60C98}" destId="{568831B3-0A53-1B4A-A5BF-9971DEFE168F}" srcOrd="1" destOrd="0" presId="urn:microsoft.com/office/officeart/2008/layout/PictureGrid"/>
    <dgm:cxn modelId="{573CBED9-5270-BA41-96CF-0CF54046EBBE}" type="presParOf" srcId="{E813D4AE-408A-DC4D-979B-E48C39BA6864}" destId="{726B1FCA-E57D-4A4E-BB3A-99DDAFA4E921}" srcOrd="9" destOrd="0" presId="urn:microsoft.com/office/officeart/2008/layout/PictureGrid"/>
    <dgm:cxn modelId="{4A7FDD12-C41F-C548-803E-11D271104BB3}" type="presParOf" srcId="{E813D4AE-408A-DC4D-979B-E48C39BA6864}" destId="{290A4CD6-F00B-654E-9B07-F21CB012D1F4}" srcOrd="10" destOrd="0" presId="urn:microsoft.com/office/officeart/2008/layout/PictureGrid"/>
    <dgm:cxn modelId="{8995ECE5-A322-D846-98C6-6939B5B14B05}" type="presParOf" srcId="{290A4CD6-F00B-654E-9B07-F21CB012D1F4}" destId="{1AF4C48C-CBAD-C741-A742-31253FC8B30B}" srcOrd="0" destOrd="0" presId="urn:microsoft.com/office/officeart/2008/layout/PictureGrid"/>
    <dgm:cxn modelId="{FEF46493-7E1E-EA4F-B562-47E0AEE7E586}" type="presParOf" srcId="{290A4CD6-F00B-654E-9B07-F21CB012D1F4}" destId="{1950220D-D2AA-D041-AEBA-E6117BA4553E}" srcOrd="1" destOrd="0" presId="urn:microsoft.com/office/officeart/2008/layout/PictureGrid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3A31881-C2E8-4FB5-878F-C4AB52D634B5}" type="doc">
      <dgm:prSet loTypeId="urn:microsoft.com/office/officeart/2005/8/layout/h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443FE739-36CF-49AA-A456-8BA3C70CAA08}">
      <dgm:prSet custT="1"/>
      <dgm:spPr>
        <a:solidFill>
          <a:schemeClr val="accent6">
            <a:lumMod val="75000"/>
          </a:schemeClr>
        </a:solidFill>
      </dgm:spPr>
      <dgm:t>
        <a:bodyPr/>
        <a:lstStyle/>
        <a:p>
          <a:r>
            <a:rPr lang="en-US" sz="1800" b="1"/>
            <a:t>Table 1: Country Tree Cover Loss (2001-2024)</a:t>
          </a:r>
          <a:r>
            <a:rPr lang="en-US" sz="1800"/>
            <a:t>​</a:t>
          </a:r>
          <a:endParaRPr lang="en-IN" sz="1800"/>
        </a:p>
      </dgm:t>
    </dgm:pt>
    <dgm:pt modelId="{9BB7AAA0-76BC-4D2C-AAC3-43C88BCDD2DA}" type="parTrans" cxnId="{8F9860F5-162F-4E13-A8DA-D2455668AFC5}">
      <dgm:prSet/>
      <dgm:spPr/>
      <dgm:t>
        <a:bodyPr/>
        <a:lstStyle/>
        <a:p>
          <a:endParaRPr lang="en-IN"/>
        </a:p>
      </dgm:t>
    </dgm:pt>
    <dgm:pt modelId="{3DB40573-FF19-4C81-9805-F5E7C18BCDE2}" type="sibTrans" cxnId="{8F9860F5-162F-4E13-A8DA-D2455668AFC5}">
      <dgm:prSet/>
      <dgm:spPr/>
      <dgm:t>
        <a:bodyPr/>
        <a:lstStyle/>
        <a:p>
          <a:endParaRPr lang="en-IN"/>
        </a:p>
      </dgm:t>
    </dgm:pt>
    <dgm:pt modelId="{F892BD75-22F5-4AB6-A23E-9AD434E74E31}">
      <dgm:prSet custT="1"/>
      <dgm:spPr/>
      <dgm:t>
        <a:bodyPr/>
        <a:lstStyle/>
        <a:p>
          <a:r>
            <a:rPr lang="en-US" sz="1400"/>
            <a:t>Comprehensive deforestation tracking (165 countries)​</a:t>
          </a:r>
          <a:endParaRPr lang="en-IN" sz="1400"/>
        </a:p>
      </dgm:t>
    </dgm:pt>
    <dgm:pt modelId="{2FC216D2-92B1-4B30-ABB9-FEE8A2FC6900}" type="parTrans" cxnId="{4ADA0AE1-270E-4A71-A05B-F4FD3DFF3B57}">
      <dgm:prSet/>
      <dgm:spPr/>
      <dgm:t>
        <a:bodyPr/>
        <a:lstStyle/>
        <a:p>
          <a:endParaRPr lang="en-IN"/>
        </a:p>
      </dgm:t>
    </dgm:pt>
    <dgm:pt modelId="{EA4DA17B-E642-4044-B07D-D5E804888499}" type="sibTrans" cxnId="{4ADA0AE1-270E-4A71-A05B-F4FD3DFF3B57}">
      <dgm:prSet/>
      <dgm:spPr/>
      <dgm:t>
        <a:bodyPr/>
        <a:lstStyle/>
        <a:p>
          <a:endParaRPr lang="en-IN"/>
        </a:p>
      </dgm:t>
    </dgm:pt>
    <dgm:pt modelId="{FC6E132C-8964-4716-9ECB-7AC1D35AEE16}">
      <dgm:prSet custT="1"/>
      <dgm:spPr/>
      <dgm:t>
        <a:bodyPr/>
        <a:lstStyle/>
        <a:p>
          <a:r>
            <a:rPr lang="en-US" sz="1400"/>
            <a:t>8 Canopy density thresholds (0%, 10%, 15%, 20%, 25%, 30%, 50%, 75%)​</a:t>
          </a:r>
          <a:endParaRPr lang="en-IN" sz="1400"/>
        </a:p>
      </dgm:t>
    </dgm:pt>
    <dgm:pt modelId="{2C5E915E-1A29-4497-927D-F1D928431884}" type="parTrans" cxnId="{5660510D-E1B5-43D6-B012-5DE37FEA5AA4}">
      <dgm:prSet/>
      <dgm:spPr/>
      <dgm:t>
        <a:bodyPr/>
        <a:lstStyle/>
        <a:p>
          <a:endParaRPr lang="en-IN"/>
        </a:p>
      </dgm:t>
    </dgm:pt>
    <dgm:pt modelId="{A6FE7715-F0F9-4694-A024-A1515FCF2C50}" type="sibTrans" cxnId="{5660510D-E1B5-43D6-B012-5DE37FEA5AA4}">
      <dgm:prSet/>
      <dgm:spPr/>
      <dgm:t>
        <a:bodyPr/>
        <a:lstStyle/>
        <a:p>
          <a:endParaRPr lang="en-IN"/>
        </a:p>
      </dgm:t>
    </dgm:pt>
    <dgm:pt modelId="{E6E014FF-AA73-43EE-8814-84A6DECA761A}">
      <dgm:prSet custT="1"/>
      <dgm:spPr/>
      <dgm:t>
        <a:bodyPr/>
        <a:lstStyle/>
        <a:p>
          <a:r>
            <a:rPr lang="en-US" sz="1400"/>
            <a:t>Enables comparison of deforestation under different forest definitions</a:t>
          </a:r>
          <a:endParaRPr lang="en-IN" sz="1400"/>
        </a:p>
      </dgm:t>
    </dgm:pt>
    <dgm:pt modelId="{4ACBBEBC-C46E-4D21-B07E-35147455C966}" type="parTrans" cxnId="{F28FBAC1-4429-42C6-81FF-A4E5ECA70C55}">
      <dgm:prSet/>
      <dgm:spPr/>
      <dgm:t>
        <a:bodyPr/>
        <a:lstStyle/>
        <a:p>
          <a:endParaRPr lang="en-IN"/>
        </a:p>
      </dgm:t>
    </dgm:pt>
    <dgm:pt modelId="{5C2A7B29-15A4-48A5-B121-FC8999C66796}" type="sibTrans" cxnId="{F28FBAC1-4429-42C6-81FF-A4E5ECA70C55}">
      <dgm:prSet/>
      <dgm:spPr/>
      <dgm:t>
        <a:bodyPr/>
        <a:lstStyle/>
        <a:p>
          <a:endParaRPr lang="en-IN"/>
        </a:p>
      </dgm:t>
    </dgm:pt>
    <dgm:pt modelId="{950336DE-B248-4151-951B-A94BD92C677C}">
      <dgm:prSet custT="1"/>
      <dgm:spPr>
        <a:solidFill>
          <a:schemeClr val="accent6">
            <a:lumMod val="75000"/>
          </a:schemeClr>
        </a:solidFill>
      </dgm:spPr>
      <dgm:t>
        <a:bodyPr/>
        <a:lstStyle/>
        <a:p>
          <a:r>
            <a:rPr lang="en-US" sz="1800" b="1"/>
            <a:t>Table 2: Country Primary Loss (2002-2024)</a:t>
          </a:r>
          <a:r>
            <a:rPr lang="en-US" sz="1800"/>
            <a:t>​</a:t>
          </a:r>
          <a:endParaRPr lang="en-IN" sz="1800"/>
        </a:p>
      </dgm:t>
    </dgm:pt>
    <dgm:pt modelId="{1E10567A-51C9-4AA2-A3C1-BA1E4F1D36E0}" type="parTrans" cxnId="{6ADFABBF-B14E-4615-9079-813C82C2A6ED}">
      <dgm:prSet/>
      <dgm:spPr/>
      <dgm:t>
        <a:bodyPr/>
        <a:lstStyle/>
        <a:p>
          <a:endParaRPr lang="en-IN"/>
        </a:p>
      </dgm:t>
    </dgm:pt>
    <dgm:pt modelId="{BCFE07AC-A53D-4793-BE3E-F4C75E4A77F0}" type="sibTrans" cxnId="{6ADFABBF-B14E-4615-9079-813C82C2A6ED}">
      <dgm:prSet/>
      <dgm:spPr/>
      <dgm:t>
        <a:bodyPr/>
        <a:lstStyle/>
        <a:p>
          <a:endParaRPr lang="en-IN"/>
        </a:p>
      </dgm:t>
    </dgm:pt>
    <dgm:pt modelId="{FFE18C70-069D-4CD5-8F7C-4EF9DE55EF49}">
      <dgm:prSet custT="1"/>
      <dgm:spPr/>
      <dgm:t>
        <a:bodyPr/>
        <a:lstStyle/>
        <a:p>
          <a:r>
            <a:rPr lang="en-US" sz="1400"/>
            <a:t>Irreplaceable ecosystem loss: tracks destruction of virgin/old-growth forests ​</a:t>
          </a:r>
          <a:endParaRPr lang="en-IN" sz="1400"/>
        </a:p>
      </dgm:t>
    </dgm:pt>
    <dgm:pt modelId="{10C70F82-DB73-4325-A7C2-36FC7F73025E}" type="parTrans" cxnId="{7673A844-1E5C-4809-89E7-D33AAE48B2DB}">
      <dgm:prSet/>
      <dgm:spPr/>
      <dgm:t>
        <a:bodyPr/>
        <a:lstStyle/>
        <a:p>
          <a:endParaRPr lang="en-IN"/>
        </a:p>
      </dgm:t>
    </dgm:pt>
    <dgm:pt modelId="{DF88FF29-A19B-4E1D-B4D4-478C32AD664C}" type="sibTrans" cxnId="{7673A844-1E5C-4809-89E7-D33AAE48B2DB}">
      <dgm:prSet/>
      <dgm:spPr/>
      <dgm:t>
        <a:bodyPr/>
        <a:lstStyle/>
        <a:p>
          <a:endParaRPr lang="en-IN"/>
        </a:p>
      </dgm:t>
    </dgm:pt>
    <dgm:pt modelId="{3C26A782-8868-40B2-8068-45B6ADFA0385}">
      <dgm:prSet custT="1"/>
      <dgm:spPr/>
      <dgm:t>
        <a:bodyPr/>
        <a:lstStyle/>
        <a:p>
          <a:r>
            <a:rPr lang="en-US" sz="1400"/>
            <a:t>75 tropical/subtropical countries where primary forests still exist​</a:t>
          </a:r>
          <a:endParaRPr lang="en-IN" sz="1400"/>
        </a:p>
      </dgm:t>
    </dgm:pt>
    <dgm:pt modelId="{07591A68-95FC-47E9-8A5D-FB411617F84C}" type="parTrans" cxnId="{5115345C-E7A6-4AE3-9880-4B384F462238}">
      <dgm:prSet/>
      <dgm:spPr/>
      <dgm:t>
        <a:bodyPr/>
        <a:lstStyle/>
        <a:p>
          <a:endParaRPr lang="en-IN"/>
        </a:p>
      </dgm:t>
    </dgm:pt>
    <dgm:pt modelId="{F80A092F-AE41-4ACE-98AB-DD594EFF8C40}" type="sibTrans" cxnId="{5115345C-E7A6-4AE3-9880-4B384F462238}">
      <dgm:prSet/>
      <dgm:spPr/>
      <dgm:t>
        <a:bodyPr/>
        <a:lstStyle/>
        <a:p>
          <a:endParaRPr lang="en-IN"/>
        </a:p>
      </dgm:t>
    </dgm:pt>
    <dgm:pt modelId="{E5D4DB94-B02E-44AF-8E66-B4648F5D6D03}">
      <dgm:prSet custT="1"/>
      <dgm:spPr/>
      <dgm:t>
        <a:bodyPr/>
        <a:lstStyle/>
        <a:p>
          <a:r>
            <a:rPr lang="en-US" sz="1400"/>
            <a:t>Single threshold (30%)​</a:t>
          </a:r>
          <a:endParaRPr lang="en-IN" sz="1400"/>
        </a:p>
      </dgm:t>
    </dgm:pt>
    <dgm:pt modelId="{CAA0A52E-6FDA-4CE5-A689-34AE33C68FE1}" type="parTrans" cxnId="{418DA630-A7A2-4ADF-B8CC-1DF77E1A9644}">
      <dgm:prSet/>
      <dgm:spPr/>
      <dgm:t>
        <a:bodyPr/>
        <a:lstStyle/>
        <a:p>
          <a:endParaRPr lang="en-IN"/>
        </a:p>
      </dgm:t>
    </dgm:pt>
    <dgm:pt modelId="{F13171FD-8231-4461-A8D1-A40A27E98D10}" type="sibTrans" cxnId="{418DA630-A7A2-4ADF-B8CC-1DF77E1A9644}">
      <dgm:prSet/>
      <dgm:spPr/>
      <dgm:t>
        <a:bodyPr/>
        <a:lstStyle/>
        <a:p>
          <a:endParaRPr lang="en-IN"/>
        </a:p>
      </dgm:t>
    </dgm:pt>
    <dgm:pt modelId="{16CEB73E-91BF-4F2D-8277-D2CDFE263FB1}">
      <dgm:prSet custT="1"/>
      <dgm:spPr/>
      <dgm:t>
        <a:bodyPr/>
        <a:lstStyle/>
        <a:p>
          <a:r>
            <a:rPr lang="en-US" sz="1400"/>
            <a:t>Biodiversity proxy - these forests cannot be restored once lost</a:t>
          </a:r>
          <a:endParaRPr lang="en-IN" sz="1400"/>
        </a:p>
      </dgm:t>
    </dgm:pt>
    <dgm:pt modelId="{046F1C21-2360-4DF0-856C-58A02F7E4317}" type="parTrans" cxnId="{05485211-9968-4C0F-961D-9D3B66CC5BD5}">
      <dgm:prSet/>
      <dgm:spPr/>
      <dgm:t>
        <a:bodyPr/>
        <a:lstStyle/>
        <a:p>
          <a:endParaRPr lang="en-IN"/>
        </a:p>
      </dgm:t>
    </dgm:pt>
    <dgm:pt modelId="{0BBC692D-8011-46FA-BC9E-298C0C3F47E0}" type="sibTrans" cxnId="{05485211-9968-4C0F-961D-9D3B66CC5BD5}">
      <dgm:prSet/>
      <dgm:spPr/>
      <dgm:t>
        <a:bodyPr/>
        <a:lstStyle/>
        <a:p>
          <a:endParaRPr lang="en-IN"/>
        </a:p>
      </dgm:t>
    </dgm:pt>
    <dgm:pt modelId="{2E3A3184-4BEB-40F0-A0F0-0393F1761F5B}">
      <dgm:prSet custT="1"/>
      <dgm:spPr>
        <a:solidFill>
          <a:schemeClr val="accent6">
            <a:lumMod val="75000"/>
          </a:schemeClr>
        </a:solidFill>
      </dgm:spPr>
      <dgm:t>
        <a:bodyPr/>
        <a:lstStyle/>
        <a:p>
          <a:r>
            <a:rPr lang="en-US" sz="1800" b="1"/>
            <a:t>Table 3: Complete carbon accounting (2001-2024)</a:t>
          </a:r>
          <a:r>
            <a:rPr lang="en-US" sz="1800"/>
            <a:t>​</a:t>
          </a:r>
          <a:endParaRPr lang="en-IN" sz="1800"/>
        </a:p>
      </dgm:t>
    </dgm:pt>
    <dgm:pt modelId="{125A7C97-4FB4-4330-874A-10D662AD0502}" type="parTrans" cxnId="{B394D718-EA27-4890-9ED6-265E19DCF0F1}">
      <dgm:prSet/>
      <dgm:spPr/>
      <dgm:t>
        <a:bodyPr/>
        <a:lstStyle/>
        <a:p>
          <a:endParaRPr lang="en-IN"/>
        </a:p>
      </dgm:t>
    </dgm:pt>
    <dgm:pt modelId="{A0E01F69-9355-4B47-A304-34DE7369873F}" type="sibTrans" cxnId="{B394D718-EA27-4890-9ED6-265E19DCF0F1}">
      <dgm:prSet/>
      <dgm:spPr/>
      <dgm:t>
        <a:bodyPr/>
        <a:lstStyle/>
        <a:p>
          <a:endParaRPr lang="en-IN"/>
        </a:p>
      </dgm:t>
    </dgm:pt>
    <dgm:pt modelId="{C80F169C-930E-4348-9B5B-C66339AAA04B}">
      <dgm:prSet custT="1"/>
      <dgm:spPr/>
      <dgm:t>
        <a:bodyPr/>
        <a:lstStyle/>
        <a:p>
          <a:r>
            <a:rPr lang="en-US" sz="1400"/>
            <a:t>For forest ecosystems across 165 countries ​</a:t>
          </a:r>
          <a:endParaRPr lang="en-IN" sz="1400"/>
        </a:p>
      </dgm:t>
    </dgm:pt>
    <dgm:pt modelId="{E276458A-A74B-462D-9024-A6546A654E2A}" type="parTrans" cxnId="{CF796A0F-32C1-46F7-8516-7D36C584588A}">
      <dgm:prSet/>
      <dgm:spPr/>
      <dgm:t>
        <a:bodyPr/>
        <a:lstStyle/>
        <a:p>
          <a:endParaRPr lang="en-IN"/>
        </a:p>
      </dgm:t>
    </dgm:pt>
    <dgm:pt modelId="{EECEEBA7-7F6E-4188-A918-87EBB01F2151}" type="sibTrans" cxnId="{CF796A0F-32C1-46F7-8516-7D36C584588A}">
      <dgm:prSet/>
      <dgm:spPr/>
      <dgm:t>
        <a:bodyPr/>
        <a:lstStyle/>
        <a:p>
          <a:endParaRPr lang="en-IN"/>
        </a:p>
      </dgm:t>
    </dgm:pt>
    <dgm:pt modelId="{A822376D-0118-49E0-A90E-303E71722ABA}">
      <dgm:prSet custT="1"/>
      <dgm:spPr/>
      <dgm:t>
        <a:bodyPr/>
        <a:lstStyle/>
        <a:p>
          <a:r>
            <a:rPr lang="en-US" sz="1400"/>
            <a:t>Multiple carbon metrics​</a:t>
          </a:r>
          <a:endParaRPr lang="en-IN" sz="1400"/>
        </a:p>
      </dgm:t>
    </dgm:pt>
    <dgm:pt modelId="{2BFDBAEF-39FE-47B8-8278-DB438A7CA742}" type="parTrans" cxnId="{2512FCD1-C24F-413D-BD92-04B6FEF7BB32}">
      <dgm:prSet/>
      <dgm:spPr/>
      <dgm:t>
        <a:bodyPr/>
        <a:lstStyle/>
        <a:p>
          <a:endParaRPr lang="en-IN"/>
        </a:p>
      </dgm:t>
    </dgm:pt>
    <dgm:pt modelId="{8A139932-CF66-48C2-B03B-B303657CFB59}" type="sibTrans" cxnId="{2512FCD1-C24F-413D-BD92-04B6FEF7BB32}">
      <dgm:prSet/>
      <dgm:spPr/>
      <dgm:t>
        <a:bodyPr/>
        <a:lstStyle/>
        <a:p>
          <a:endParaRPr lang="en-IN"/>
        </a:p>
      </dgm:t>
    </dgm:pt>
    <dgm:pt modelId="{2AFA67F8-BEA5-42C6-880F-A98A925BB717}">
      <dgm:prSet custT="1"/>
      <dgm:spPr/>
      <dgm:t>
        <a:bodyPr/>
        <a:lstStyle/>
        <a:p>
          <a:r>
            <a:rPr lang="en-US" sz="1400"/>
            <a:t>Gross emissions​</a:t>
          </a:r>
          <a:endParaRPr lang="en-IN" sz="1400"/>
        </a:p>
      </dgm:t>
    </dgm:pt>
    <dgm:pt modelId="{AAA81CB7-0216-4D31-912C-55C888F23091}" type="parTrans" cxnId="{55E51F8C-E33D-435A-9D35-D1AF8DD64B17}">
      <dgm:prSet/>
      <dgm:spPr/>
      <dgm:t>
        <a:bodyPr/>
        <a:lstStyle/>
        <a:p>
          <a:endParaRPr lang="en-IN"/>
        </a:p>
      </dgm:t>
    </dgm:pt>
    <dgm:pt modelId="{832C9214-1932-499F-BDC4-27B5B6A385D7}" type="sibTrans" cxnId="{55E51F8C-E33D-435A-9D35-D1AF8DD64B17}">
      <dgm:prSet/>
      <dgm:spPr/>
      <dgm:t>
        <a:bodyPr/>
        <a:lstStyle/>
        <a:p>
          <a:endParaRPr lang="en-IN"/>
        </a:p>
      </dgm:t>
    </dgm:pt>
    <dgm:pt modelId="{5E302E85-7B5D-4D12-8ED9-D1B1CD6A5C9A}">
      <dgm:prSet custT="1"/>
      <dgm:spPr/>
      <dgm:t>
        <a:bodyPr/>
        <a:lstStyle/>
        <a:p>
          <a:r>
            <a:rPr lang="en-US" sz="1400"/>
            <a:t>Gross removals​</a:t>
          </a:r>
          <a:endParaRPr lang="en-IN" sz="1400"/>
        </a:p>
      </dgm:t>
    </dgm:pt>
    <dgm:pt modelId="{BCACC395-1319-489C-B7EB-85AEC44D5018}" type="parTrans" cxnId="{B7D57DB5-3A62-4829-99AB-E06B4CA84BA1}">
      <dgm:prSet/>
      <dgm:spPr/>
      <dgm:t>
        <a:bodyPr/>
        <a:lstStyle/>
        <a:p>
          <a:endParaRPr lang="en-IN"/>
        </a:p>
      </dgm:t>
    </dgm:pt>
    <dgm:pt modelId="{D5F8CFF7-43F2-469D-8B59-4C509E9A7B72}" type="sibTrans" cxnId="{B7D57DB5-3A62-4829-99AB-E06B4CA84BA1}">
      <dgm:prSet/>
      <dgm:spPr/>
      <dgm:t>
        <a:bodyPr/>
        <a:lstStyle/>
        <a:p>
          <a:endParaRPr lang="en-IN"/>
        </a:p>
      </dgm:t>
    </dgm:pt>
    <dgm:pt modelId="{40DF91A4-B4E8-4457-8286-C879EA7443DC}">
      <dgm:prSet custT="1"/>
      <dgm:spPr/>
      <dgm:t>
        <a:bodyPr/>
        <a:lstStyle/>
        <a:p>
          <a:r>
            <a:rPr lang="en-US" sz="1400"/>
            <a:t>Net flux​</a:t>
          </a:r>
          <a:endParaRPr lang="en-IN" sz="1400"/>
        </a:p>
      </dgm:t>
    </dgm:pt>
    <dgm:pt modelId="{A29AD7DA-69A3-434D-915A-B29C1CB17211}" type="parTrans" cxnId="{2BD33408-1E21-4375-9301-B990A22E408A}">
      <dgm:prSet/>
      <dgm:spPr/>
      <dgm:t>
        <a:bodyPr/>
        <a:lstStyle/>
        <a:p>
          <a:endParaRPr lang="en-IN"/>
        </a:p>
      </dgm:t>
    </dgm:pt>
    <dgm:pt modelId="{2D497778-AE1D-46F8-ADF1-A696B84F3BF6}" type="sibTrans" cxnId="{2BD33408-1E21-4375-9301-B990A22E408A}">
      <dgm:prSet/>
      <dgm:spPr/>
      <dgm:t>
        <a:bodyPr/>
        <a:lstStyle/>
        <a:p>
          <a:endParaRPr lang="en-IN"/>
        </a:p>
      </dgm:t>
    </dgm:pt>
    <dgm:pt modelId="{DD7F4E93-CA0C-415A-A8F0-016C9988DC53}">
      <dgm:prSet custT="1"/>
      <dgm:spPr/>
      <dgm:t>
        <a:bodyPr/>
        <a:lstStyle/>
        <a:p>
          <a:r>
            <a:rPr lang="en-US" sz="1400"/>
            <a:t>Carbon density​</a:t>
          </a:r>
          <a:endParaRPr lang="en-IN" sz="1400"/>
        </a:p>
      </dgm:t>
    </dgm:pt>
    <dgm:pt modelId="{553A73E8-F353-47F5-ABAF-2AFF2D616C94}" type="parTrans" cxnId="{90AD4D92-18D4-4A57-90C6-B818A01259B1}">
      <dgm:prSet/>
      <dgm:spPr/>
      <dgm:t>
        <a:bodyPr/>
        <a:lstStyle/>
        <a:p>
          <a:endParaRPr lang="en-IN"/>
        </a:p>
      </dgm:t>
    </dgm:pt>
    <dgm:pt modelId="{78166D06-3093-446C-9BCA-1488E851B188}" type="sibTrans" cxnId="{90AD4D92-18D4-4A57-90C6-B818A01259B1}">
      <dgm:prSet/>
      <dgm:spPr/>
      <dgm:t>
        <a:bodyPr/>
        <a:lstStyle/>
        <a:p>
          <a:endParaRPr lang="en-IN"/>
        </a:p>
      </dgm:t>
    </dgm:pt>
    <dgm:pt modelId="{0178152D-8803-486B-B233-A4BAF7AD53F5}">
      <dgm:prSet custT="1"/>
      <dgm:spPr/>
      <dgm:t>
        <a:bodyPr/>
        <a:lstStyle/>
        <a:p>
          <a:r>
            <a:rPr lang="en-US" sz="1400"/>
            <a:t>Thresholds (30%, 50%, 75%)​</a:t>
          </a:r>
          <a:endParaRPr lang="en-IN" sz="1400"/>
        </a:p>
      </dgm:t>
    </dgm:pt>
    <dgm:pt modelId="{4BE070B5-39F2-4A56-B2FA-EB3388DD4FD1}" type="parTrans" cxnId="{88DE54BE-7A5A-4D42-9006-A498B89072E4}">
      <dgm:prSet/>
      <dgm:spPr/>
      <dgm:t>
        <a:bodyPr/>
        <a:lstStyle/>
        <a:p>
          <a:endParaRPr lang="en-IN"/>
        </a:p>
      </dgm:t>
    </dgm:pt>
    <dgm:pt modelId="{6C92A6D5-E56A-4050-B0E7-8C953F6D00D4}" type="sibTrans" cxnId="{88DE54BE-7A5A-4D42-9006-A498B89072E4}">
      <dgm:prSet/>
      <dgm:spPr/>
      <dgm:t>
        <a:bodyPr/>
        <a:lstStyle/>
        <a:p>
          <a:endParaRPr lang="en-IN"/>
        </a:p>
      </dgm:t>
    </dgm:pt>
    <dgm:pt modelId="{EA782176-592E-4BD7-BF7F-03C06F577972}">
      <dgm:prSet custT="1"/>
      <dgm:spPr/>
      <dgm:t>
        <a:bodyPr/>
        <a:lstStyle/>
        <a:p>
          <a:r>
            <a:rPr lang="en-US" sz="1400"/>
            <a:t>Quantifies climate impact of forest changes with annual emissions data​</a:t>
          </a:r>
          <a:endParaRPr lang="en-IN" sz="1400"/>
        </a:p>
      </dgm:t>
    </dgm:pt>
    <dgm:pt modelId="{FE748F23-48B8-43BF-89F9-4F552B5C2928}" type="parTrans" cxnId="{8EB68556-E7A0-4D37-AC33-1F9D04BB1A46}">
      <dgm:prSet/>
      <dgm:spPr/>
      <dgm:t>
        <a:bodyPr/>
        <a:lstStyle/>
        <a:p>
          <a:endParaRPr lang="en-IN"/>
        </a:p>
      </dgm:t>
    </dgm:pt>
    <dgm:pt modelId="{2BF36ECF-1C3A-4AE5-B9F5-C42FD3C2078F}" type="sibTrans" cxnId="{8EB68556-E7A0-4D37-AC33-1F9D04BB1A46}">
      <dgm:prSet/>
      <dgm:spPr/>
      <dgm:t>
        <a:bodyPr/>
        <a:lstStyle/>
        <a:p>
          <a:endParaRPr lang="en-IN"/>
        </a:p>
      </dgm:t>
    </dgm:pt>
    <dgm:pt modelId="{4CB0479A-3F6A-4AFB-BEF9-78138FE6E64D}" type="pres">
      <dgm:prSet presAssocID="{B3A31881-C2E8-4FB5-878F-C4AB52D634B5}" presName="Name0" presStyleCnt="0">
        <dgm:presLayoutVars>
          <dgm:dir/>
          <dgm:animLvl val="lvl"/>
          <dgm:resizeHandles val="exact"/>
        </dgm:presLayoutVars>
      </dgm:prSet>
      <dgm:spPr/>
    </dgm:pt>
    <dgm:pt modelId="{05685500-AF44-4240-810C-2A08C389DA11}" type="pres">
      <dgm:prSet presAssocID="{443FE739-36CF-49AA-A456-8BA3C70CAA08}" presName="composite" presStyleCnt="0"/>
      <dgm:spPr/>
    </dgm:pt>
    <dgm:pt modelId="{DEFB3988-459B-4204-80BA-76B92E2F2FF1}" type="pres">
      <dgm:prSet presAssocID="{443FE739-36CF-49AA-A456-8BA3C70CAA08}" presName="parTx" presStyleLbl="alignNode1" presStyleIdx="0" presStyleCnt="3">
        <dgm:presLayoutVars>
          <dgm:chMax val="0"/>
          <dgm:chPref val="0"/>
          <dgm:bulletEnabled val="1"/>
        </dgm:presLayoutVars>
      </dgm:prSet>
      <dgm:spPr/>
    </dgm:pt>
    <dgm:pt modelId="{51E9ABC1-1C88-48AD-B7CB-76E811879DC2}" type="pres">
      <dgm:prSet presAssocID="{443FE739-36CF-49AA-A456-8BA3C70CAA08}" presName="desTx" presStyleLbl="alignAccFollowNode1" presStyleIdx="0" presStyleCnt="3">
        <dgm:presLayoutVars>
          <dgm:bulletEnabled val="1"/>
        </dgm:presLayoutVars>
      </dgm:prSet>
      <dgm:spPr/>
    </dgm:pt>
    <dgm:pt modelId="{27698EA7-598F-416D-866A-243A721AA029}" type="pres">
      <dgm:prSet presAssocID="{3DB40573-FF19-4C81-9805-F5E7C18BCDE2}" presName="space" presStyleCnt="0"/>
      <dgm:spPr/>
    </dgm:pt>
    <dgm:pt modelId="{7B804777-0AE6-4061-9AF1-E800E44BEAC6}" type="pres">
      <dgm:prSet presAssocID="{950336DE-B248-4151-951B-A94BD92C677C}" presName="composite" presStyleCnt="0"/>
      <dgm:spPr/>
    </dgm:pt>
    <dgm:pt modelId="{472A1811-5624-4F4E-A31F-94E63000CA3E}" type="pres">
      <dgm:prSet presAssocID="{950336DE-B248-4151-951B-A94BD92C677C}" presName="parTx" presStyleLbl="alignNode1" presStyleIdx="1" presStyleCnt="3">
        <dgm:presLayoutVars>
          <dgm:chMax val="0"/>
          <dgm:chPref val="0"/>
          <dgm:bulletEnabled val="1"/>
        </dgm:presLayoutVars>
      </dgm:prSet>
      <dgm:spPr/>
    </dgm:pt>
    <dgm:pt modelId="{9CA9D0C6-663A-4360-A054-33B241DECF52}" type="pres">
      <dgm:prSet presAssocID="{950336DE-B248-4151-951B-A94BD92C677C}" presName="desTx" presStyleLbl="alignAccFollowNode1" presStyleIdx="1" presStyleCnt="3">
        <dgm:presLayoutVars>
          <dgm:bulletEnabled val="1"/>
        </dgm:presLayoutVars>
      </dgm:prSet>
      <dgm:spPr/>
    </dgm:pt>
    <dgm:pt modelId="{C1C865A3-CEFB-4DFB-AAD1-053C4ECD80D9}" type="pres">
      <dgm:prSet presAssocID="{BCFE07AC-A53D-4793-BE3E-F4C75E4A77F0}" presName="space" presStyleCnt="0"/>
      <dgm:spPr/>
    </dgm:pt>
    <dgm:pt modelId="{DD236E93-2996-4C7E-8BF3-4CDCA8E86103}" type="pres">
      <dgm:prSet presAssocID="{2E3A3184-4BEB-40F0-A0F0-0393F1761F5B}" presName="composite" presStyleCnt="0"/>
      <dgm:spPr/>
    </dgm:pt>
    <dgm:pt modelId="{F4D5C6A9-437F-4D7D-83ED-361F301887BA}" type="pres">
      <dgm:prSet presAssocID="{2E3A3184-4BEB-40F0-A0F0-0393F1761F5B}" presName="parTx" presStyleLbl="alignNode1" presStyleIdx="2" presStyleCnt="3">
        <dgm:presLayoutVars>
          <dgm:chMax val="0"/>
          <dgm:chPref val="0"/>
          <dgm:bulletEnabled val="1"/>
        </dgm:presLayoutVars>
      </dgm:prSet>
      <dgm:spPr/>
    </dgm:pt>
    <dgm:pt modelId="{20AA9A76-71D8-4C32-B0AE-6D3CABD8739C}" type="pres">
      <dgm:prSet presAssocID="{2E3A3184-4BEB-40F0-A0F0-0393F1761F5B}" presName="desTx" presStyleLbl="alignAccFollowNode1" presStyleIdx="2" presStyleCnt="3">
        <dgm:presLayoutVars>
          <dgm:bulletEnabled val="1"/>
        </dgm:presLayoutVars>
      </dgm:prSet>
      <dgm:spPr/>
    </dgm:pt>
  </dgm:ptLst>
  <dgm:cxnLst>
    <dgm:cxn modelId="{2BD33408-1E21-4375-9301-B990A22E408A}" srcId="{A822376D-0118-49E0-A90E-303E71722ABA}" destId="{40DF91A4-B4E8-4457-8286-C879EA7443DC}" srcOrd="2" destOrd="0" parTransId="{A29AD7DA-69A3-434D-915A-B29C1CB17211}" sibTransId="{2D497778-AE1D-46F8-ADF1-A696B84F3BF6}"/>
    <dgm:cxn modelId="{5660510D-E1B5-43D6-B012-5DE37FEA5AA4}" srcId="{443FE739-36CF-49AA-A456-8BA3C70CAA08}" destId="{FC6E132C-8964-4716-9ECB-7AC1D35AEE16}" srcOrd="1" destOrd="0" parTransId="{2C5E915E-1A29-4497-927D-F1D928431884}" sibTransId="{A6FE7715-F0F9-4694-A024-A1515FCF2C50}"/>
    <dgm:cxn modelId="{F7DDCD0E-A4F9-453C-AA7A-6C254B16A58F}" type="presOf" srcId="{DD7F4E93-CA0C-415A-A8F0-016C9988DC53}" destId="{20AA9A76-71D8-4C32-B0AE-6D3CABD8739C}" srcOrd="0" destOrd="5" presId="urn:microsoft.com/office/officeart/2005/8/layout/hList1"/>
    <dgm:cxn modelId="{CF796A0F-32C1-46F7-8516-7D36C584588A}" srcId="{2E3A3184-4BEB-40F0-A0F0-0393F1761F5B}" destId="{C80F169C-930E-4348-9B5B-C66339AAA04B}" srcOrd="0" destOrd="0" parTransId="{E276458A-A74B-462D-9024-A6546A654E2A}" sibTransId="{EECEEBA7-7F6E-4188-A918-87EBB01F2151}"/>
    <dgm:cxn modelId="{05485211-9968-4C0F-961D-9D3B66CC5BD5}" srcId="{950336DE-B248-4151-951B-A94BD92C677C}" destId="{16CEB73E-91BF-4F2D-8277-D2CDFE263FB1}" srcOrd="3" destOrd="0" parTransId="{046F1C21-2360-4DF0-856C-58A02F7E4317}" sibTransId="{0BBC692D-8011-46FA-BC9E-298C0C3F47E0}"/>
    <dgm:cxn modelId="{B77C7118-08AF-4F1C-AB5C-6BFBAABE49D0}" type="presOf" srcId="{950336DE-B248-4151-951B-A94BD92C677C}" destId="{472A1811-5624-4F4E-A31F-94E63000CA3E}" srcOrd="0" destOrd="0" presId="urn:microsoft.com/office/officeart/2005/8/layout/hList1"/>
    <dgm:cxn modelId="{B394D718-EA27-4890-9ED6-265E19DCF0F1}" srcId="{B3A31881-C2E8-4FB5-878F-C4AB52D634B5}" destId="{2E3A3184-4BEB-40F0-A0F0-0393F1761F5B}" srcOrd="2" destOrd="0" parTransId="{125A7C97-4FB4-4330-874A-10D662AD0502}" sibTransId="{A0E01F69-9355-4B47-A304-34DE7369873F}"/>
    <dgm:cxn modelId="{45445920-9B09-4B87-A18A-41FADC75CF5C}" type="presOf" srcId="{0178152D-8803-486B-B233-A4BAF7AD53F5}" destId="{20AA9A76-71D8-4C32-B0AE-6D3CABD8739C}" srcOrd="0" destOrd="6" presId="urn:microsoft.com/office/officeart/2005/8/layout/hList1"/>
    <dgm:cxn modelId="{418DA630-A7A2-4ADF-B8CC-1DF77E1A9644}" srcId="{950336DE-B248-4151-951B-A94BD92C677C}" destId="{E5D4DB94-B02E-44AF-8E66-B4648F5D6D03}" srcOrd="2" destOrd="0" parTransId="{CAA0A52E-6FDA-4CE5-A689-34AE33C68FE1}" sibTransId="{F13171FD-8231-4461-A8D1-A40A27E98D10}"/>
    <dgm:cxn modelId="{6C0CA333-7588-42B4-A4A7-46B8BC9BB7E2}" type="presOf" srcId="{2AFA67F8-BEA5-42C6-880F-A98A925BB717}" destId="{20AA9A76-71D8-4C32-B0AE-6D3CABD8739C}" srcOrd="0" destOrd="2" presId="urn:microsoft.com/office/officeart/2005/8/layout/hList1"/>
    <dgm:cxn modelId="{C4298237-6904-47B4-8761-872B41D13A11}" type="presOf" srcId="{40DF91A4-B4E8-4457-8286-C879EA7443DC}" destId="{20AA9A76-71D8-4C32-B0AE-6D3CABD8739C}" srcOrd="0" destOrd="4" presId="urn:microsoft.com/office/officeart/2005/8/layout/hList1"/>
    <dgm:cxn modelId="{96728F3D-933D-41E4-B196-43960DDA1E25}" type="presOf" srcId="{443FE739-36CF-49AA-A456-8BA3C70CAA08}" destId="{DEFB3988-459B-4204-80BA-76B92E2F2FF1}" srcOrd="0" destOrd="0" presId="urn:microsoft.com/office/officeart/2005/8/layout/hList1"/>
    <dgm:cxn modelId="{5115345C-E7A6-4AE3-9880-4B384F462238}" srcId="{950336DE-B248-4151-951B-A94BD92C677C}" destId="{3C26A782-8868-40B2-8068-45B6ADFA0385}" srcOrd="1" destOrd="0" parTransId="{07591A68-95FC-47E9-8A5D-FB411617F84C}" sibTransId="{F80A092F-AE41-4ACE-98AB-DD594EFF8C40}"/>
    <dgm:cxn modelId="{BAE6FF5F-F5C6-4D76-A7BC-816DBFB84614}" type="presOf" srcId="{2E3A3184-4BEB-40F0-A0F0-0393F1761F5B}" destId="{F4D5C6A9-437F-4D7D-83ED-361F301887BA}" srcOrd="0" destOrd="0" presId="urn:microsoft.com/office/officeart/2005/8/layout/hList1"/>
    <dgm:cxn modelId="{3B564661-5E71-4F1E-9A84-C1834CA0FBA9}" type="presOf" srcId="{C80F169C-930E-4348-9B5B-C66339AAA04B}" destId="{20AA9A76-71D8-4C32-B0AE-6D3CABD8739C}" srcOrd="0" destOrd="0" presId="urn:microsoft.com/office/officeart/2005/8/layout/hList1"/>
    <dgm:cxn modelId="{7673A844-1E5C-4809-89E7-D33AAE48B2DB}" srcId="{950336DE-B248-4151-951B-A94BD92C677C}" destId="{FFE18C70-069D-4CD5-8F7C-4EF9DE55EF49}" srcOrd="0" destOrd="0" parTransId="{10C70F82-DB73-4325-A7C2-36FC7F73025E}" sibTransId="{DF88FF29-A19B-4E1D-B4D4-478C32AD664C}"/>
    <dgm:cxn modelId="{A7C82748-CFF5-47B6-84DA-DBDAA3F96584}" type="presOf" srcId="{B3A31881-C2E8-4FB5-878F-C4AB52D634B5}" destId="{4CB0479A-3F6A-4AFB-BEF9-78138FE6E64D}" srcOrd="0" destOrd="0" presId="urn:microsoft.com/office/officeart/2005/8/layout/hList1"/>
    <dgm:cxn modelId="{F98E5C68-5E03-4E57-AF51-532674F157BD}" type="presOf" srcId="{3C26A782-8868-40B2-8068-45B6ADFA0385}" destId="{9CA9D0C6-663A-4360-A054-33B241DECF52}" srcOrd="0" destOrd="1" presId="urn:microsoft.com/office/officeart/2005/8/layout/hList1"/>
    <dgm:cxn modelId="{93103D51-9DC6-418B-A048-5257F8806E4C}" type="presOf" srcId="{FC6E132C-8964-4716-9ECB-7AC1D35AEE16}" destId="{51E9ABC1-1C88-48AD-B7CB-76E811879DC2}" srcOrd="0" destOrd="1" presId="urn:microsoft.com/office/officeart/2005/8/layout/hList1"/>
    <dgm:cxn modelId="{AA89F172-12A5-4005-85AF-00FD345E5D31}" type="presOf" srcId="{EA782176-592E-4BD7-BF7F-03C06F577972}" destId="{20AA9A76-71D8-4C32-B0AE-6D3CABD8739C}" srcOrd="0" destOrd="7" presId="urn:microsoft.com/office/officeart/2005/8/layout/hList1"/>
    <dgm:cxn modelId="{8EB68556-E7A0-4D37-AC33-1F9D04BB1A46}" srcId="{2E3A3184-4BEB-40F0-A0F0-0393F1761F5B}" destId="{EA782176-592E-4BD7-BF7F-03C06F577972}" srcOrd="3" destOrd="0" parTransId="{FE748F23-48B8-43BF-89F9-4F552B5C2928}" sibTransId="{2BF36ECF-1C3A-4AE5-B9F5-C42FD3C2078F}"/>
    <dgm:cxn modelId="{880D857A-D845-47F0-94AB-36D933B19E5E}" type="presOf" srcId="{FFE18C70-069D-4CD5-8F7C-4EF9DE55EF49}" destId="{9CA9D0C6-663A-4360-A054-33B241DECF52}" srcOrd="0" destOrd="0" presId="urn:microsoft.com/office/officeart/2005/8/layout/hList1"/>
    <dgm:cxn modelId="{32DFB87A-4C43-4C9F-ACB0-A76153B43F10}" type="presOf" srcId="{16CEB73E-91BF-4F2D-8277-D2CDFE263FB1}" destId="{9CA9D0C6-663A-4360-A054-33B241DECF52}" srcOrd="0" destOrd="3" presId="urn:microsoft.com/office/officeart/2005/8/layout/hList1"/>
    <dgm:cxn modelId="{55E51F8C-E33D-435A-9D35-D1AF8DD64B17}" srcId="{A822376D-0118-49E0-A90E-303E71722ABA}" destId="{2AFA67F8-BEA5-42C6-880F-A98A925BB717}" srcOrd="0" destOrd="0" parTransId="{AAA81CB7-0216-4D31-912C-55C888F23091}" sibTransId="{832C9214-1932-499F-BDC4-27B5B6A385D7}"/>
    <dgm:cxn modelId="{90AD4D92-18D4-4A57-90C6-B818A01259B1}" srcId="{A822376D-0118-49E0-A90E-303E71722ABA}" destId="{DD7F4E93-CA0C-415A-A8F0-016C9988DC53}" srcOrd="3" destOrd="0" parTransId="{553A73E8-F353-47F5-ABAF-2AFF2D616C94}" sibTransId="{78166D06-3093-446C-9BCA-1488E851B188}"/>
    <dgm:cxn modelId="{F0DD6D96-1305-4FC5-ADAE-4B728B16526B}" type="presOf" srcId="{5E302E85-7B5D-4D12-8ED9-D1B1CD6A5C9A}" destId="{20AA9A76-71D8-4C32-B0AE-6D3CABD8739C}" srcOrd="0" destOrd="3" presId="urn:microsoft.com/office/officeart/2005/8/layout/hList1"/>
    <dgm:cxn modelId="{B7D57DB5-3A62-4829-99AB-E06B4CA84BA1}" srcId="{A822376D-0118-49E0-A90E-303E71722ABA}" destId="{5E302E85-7B5D-4D12-8ED9-D1B1CD6A5C9A}" srcOrd="1" destOrd="0" parTransId="{BCACC395-1319-489C-B7EB-85AEC44D5018}" sibTransId="{D5F8CFF7-43F2-469D-8B59-4C509E9A7B72}"/>
    <dgm:cxn modelId="{88DE54BE-7A5A-4D42-9006-A498B89072E4}" srcId="{2E3A3184-4BEB-40F0-A0F0-0393F1761F5B}" destId="{0178152D-8803-486B-B233-A4BAF7AD53F5}" srcOrd="2" destOrd="0" parTransId="{4BE070B5-39F2-4A56-B2FA-EB3388DD4FD1}" sibTransId="{6C92A6D5-E56A-4050-B0E7-8C953F6D00D4}"/>
    <dgm:cxn modelId="{6ADFABBF-B14E-4615-9079-813C82C2A6ED}" srcId="{B3A31881-C2E8-4FB5-878F-C4AB52D634B5}" destId="{950336DE-B248-4151-951B-A94BD92C677C}" srcOrd="1" destOrd="0" parTransId="{1E10567A-51C9-4AA2-A3C1-BA1E4F1D36E0}" sibTransId="{BCFE07AC-A53D-4793-BE3E-F4C75E4A77F0}"/>
    <dgm:cxn modelId="{F28FBAC1-4429-42C6-81FF-A4E5ECA70C55}" srcId="{443FE739-36CF-49AA-A456-8BA3C70CAA08}" destId="{E6E014FF-AA73-43EE-8814-84A6DECA761A}" srcOrd="2" destOrd="0" parTransId="{4ACBBEBC-C46E-4D21-B07E-35147455C966}" sibTransId="{5C2A7B29-15A4-48A5-B121-FC8999C66796}"/>
    <dgm:cxn modelId="{2512FCD1-C24F-413D-BD92-04B6FEF7BB32}" srcId="{2E3A3184-4BEB-40F0-A0F0-0393F1761F5B}" destId="{A822376D-0118-49E0-A90E-303E71722ABA}" srcOrd="1" destOrd="0" parTransId="{2BFDBAEF-39FE-47B8-8278-DB438A7CA742}" sibTransId="{8A139932-CF66-48C2-B03B-B303657CFB59}"/>
    <dgm:cxn modelId="{920422DE-0993-4DED-A81F-1515053E0D04}" type="presOf" srcId="{A822376D-0118-49E0-A90E-303E71722ABA}" destId="{20AA9A76-71D8-4C32-B0AE-6D3CABD8739C}" srcOrd="0" destOrd="1" presId="urn:microsoft.com/office/officeart/2005/8/layout/hList1"/>
    <dgm:cxn modelId="{4ADA0AE1-270E-4A71-A05B-F4FD3DFF3B57}" srcId="{443FE739-36CF-49AA-A456-8BA3C70CAA08}" destId="{F892BD75-22F5-4AB6-A23E-9AD434E74E31}" srcOrd="0" destOrd="0" parTransId="{2FC216D2-92B1-4B30-ABB9-FEE8A2FC6900}" sibTransId="{EA4DA17B-E642-4044-B07D-D5E804888499}"/>
    <dgm:cxn modelId="{C4EB9BE5-A81A-46D9-82BC-7DBA3368E48B}" type="presOf" srcId="{E5D4DB94-B02E-44AF-8E66-B4648F5D6D03}" destId="{9CA9D0C6-663A-4360-A054-33B241DECF52}" srcOrd="0" destOrd="2" presId="urn:microsoft.com/office/officeart/2005/8/layout/hList1"/>
    <dgm:cxn modelId="{9B77BEE8-1379-48D7-B5A8-3EA23492177C}" type="presOf" srcId="{F892BD75-22F5-4AB6-A23E-9AD434E74E31}" destId="{51E9ABC1-1C88-48AD-B7CB-76E811879DC2}" srcOrd="0" destOrd="0" presId="urn:microsoft.com/office/officeart/2005/8/layout/hList1"/>
    <dgm:cxn modelId="{834273F2-362B-437A-9523-A38BC9530A6A}" type="presOf" srcId="{E6E014FF-AA73-43EE-8814-84A6DECA761A}" destId="{51E9ABC1-1C88-48AD-B7CB-76E811879DC2}" srcOrd="0" destOrd="2" presId="urn:microsoft.com/office/officeart/2005/8/layout/hList1"/>
    <dgm:cxn modelId="{8F9860F5-162F-4E13-A8DA-D2455668AFC5}" srcId="{B3A31881-C2E8-4FB5-878F-C4AB52D634B5}" destId="{443FE739-36CF-49AA-A456-8BA3C70CAA08}" srcOrd="0" destOrd="0" parTransId="{9BB7AAA0-76BC-4D2C-AAC3-43C88BCDD2DA}" sibTransId="{3DB40573-FF19-4C81-9805-F5E7C18BCDE2}"/>
    <dgm:cxn modelId="{90B303BC-FEE1-4B95-B3C6-C634F3593A87}" type="presParOf" srcId="{4CB0479A-3F6A-4AFB-BEF9-78138FE6E64D}" destId="{05685500-AF44-4240-810C-2A08C389DA11}" srcOrd="0" destOrd="0" presId="urn:microsoft.com/office/officeart/2005/8/layout/hList1"/>
    <dgm:cxn modelId="{29E4FC4E-E4C2-4816-BDF9-468E91A82BD4}" type="presParOf" srcId="{05685500-AF44-4240-810C-2A08C389DA11}" destId="{DEFB3988-459B-4204-80BA-76B92E2F2FF1}" srcOrd="0" destOrd="0" presId="urn:microsoft.com/office/officeart/2005/8/layout/hList1"/>
    <dgm:cxn modelId="{C2B2F82D-E7D4-4D8F-BB34-FFB600FF2F13}" type="presParOf" srcId="{05685500-AF44-4240-810C-2A08C389DA11}" destId="{51E9ABC1-1C88-48AD-B7CB-76E811879DC2}" srcOrd="1" destOrd="0" presId="urn:microsoft.com/office/officeart/2005/8/layout/hList1"/>
    <dgm:cxn modelId="{6698FC20-2596-45F1-8029-67287A75F995}" type="presParOf" srcId="{4CB0479A-3F6A-4AFB-BEF9-78138FE6E64D}" destId="{27698EA7-598F-416D-866A-243A721AA029}" srcOrd="1" destOrd="0" presId="urn:microsoft.com/office/officeart/2005/8/layout/hList1"/>
    <dgm:cxn modelId="{96311E7D-29C4-412C-85F5-D032E0C77337}" type="presParOf" srcId="{4CB0479A-3F6A-4AFB-BEF9-78138FE6E64D}" destId="{7B804777-0AE6-4061-9AF1-E800E44BEAC6}" srcOrd="2" destOrd="0" presId="urn:microsoft.com/office/officeart/2005/8/layout/hList1"/>
    <dgm:cxn modelId="{E92F0CB4-701A-4EE4-85ED-88C39247E56D}" type="presParOf" srcId="{7B804777-0AE6-4061-9AF1-E800E44BEAC6}" destId="{472A1811-5624-4F4E-A31F-94E63000CA3E}" srcOrd="0" destOrd="0" presId="urn:microsoft.com/office/officeart/2005/8/layout/hList1"/>
    <dgm:cxn modelId="{5FAEEA5F-16AA-4874-B5F7-C9C7D3ED4F82}" type="presParOf" srcId="{7B804777-0AE6-4061-9AF1-E800E44BEAC6}" destId="{9CA9D0C6-663A-4360-A054-33B241DECF52}" srcOrd="1" destOrd="0" presId="urn:microsoft.com/office/officeart/2005/8/layout/hList1"/>
    <dgm:cxn modelId="{3AA7A61B-8BE9-4C63-A2A3-900BA6FF1D3A}" type="presParOf" srcId="{4CB0479A-3F6A-4AFB-BEF9-78138FE6E64D}" destId="{C1C865A3-CEFB-4DFB-AAD1-053C4ECD80D9}" srcOrd="3" destOrd="0" presId="urn:microsoft.com/office/officeart/2005/8/layout/hList1"/>
    <dgm:cxn modelId="{FD880418-7F8A-4B79-ADC2-BBD19E5DBB5C}" type="presParOf" srcId="{4CB0479A-3F6A-4AFB-BEF9-78138FE6E64D}" destId="{DD236E93-2996-4C7E-8BF3-4CDCA8E86103}" srcOrd="4" destOrd="0" presId="urn:microsoft.com/office/officeart/2005/8/layout/hList1"/>
    <dgm:cxn modelId="{D7967750-CCD7-4D27-9EAC-BE4E5E552E51}" type="presParOf" srcId="{DD236E93-2996-4C7E-8BF3-4CDCA8E86103}" destId="{F4D5C6A9-437F-4D7D-83ED-361F301887BA}" srcOrd="0" destOrd="0" presId="urn:microsoft.com/office/officeart/2005/8/layout/hList1"/>
    <dgm:cxn modelId="{C65D9248-7B56-4CBB-A0B6-B4222CA2BFD7}" type="presParOf" srcId="{DD236E93-2996-4C7E-8BF3-4CDCA8E86103}" destId="{20AA9A76-71D8-4C32-B0AE-6D3CABD8739C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0B77CA5-59C4-8B4A-AEDC-7AF81C492BB1}">
      <dsp:nvSpPr>
        <dsp:cNvPr id="0" name=""/>
        <dsp:cNvSpPr/>
      </dsp:nvSpPr>
      <dsp:spPr>
        <a:xfrm>
          <a:off x="620422" y="49191"/>
          <a:ext cx="2128766" cy="3193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34290" rIns="34290" bIns="0" numCol="1" spcCol="1270" anchor="b" anchorCtr="0">
          <a:noAutofit/>
        </a:bodyPr>
        <a:lstStyle/>
        <a:p>
          <a:pPr marL="0" lvl="0" indent="0" algn="l" defTabSz="4000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>
              <a:latin typeface="Calibri"/>
            </a:rPr>
            <a:t>Saketh Reddy </a:t>
          </a:r>
          <a:r>
            <a:rPr lang="en-US" sz="900" kern="1200" err="1">
              <a:latin typeface="Calibri"/>
            </a:rPr>
            <a:t>Puchakayala</a:t>
          </a:r>
          <a:br>
            <a:rPr lang="en-US" sz="900" kern="1200"/>
          </a:br>
          <a:r>
            <a:rPr lang="en-US" sz="900" kern="1200"/>
            <a:t>Scrum Master</a:t>
          </a:r>
        </a:p>
      </dsp:txBody>
      <dsp:txXfrm>
        <a:off x="620422" y="49191"/>
        <a:ext cx="2128766" cy="319314"/>
      </dsp:txXfrm>
    </dsp:sp>
    <dsp:sp modelId="{6E967490-2437-3F4A-A798-BD218DFE5C93}">
      <dsp:nvSpPr>
        <dsp:cNvPr id="0" name=""/>
        <dsp:cNvSpPr/>
      </dsp:nvSpPr>
      <dsp:spPr>
        <a:xfrm>
          <a:off x="620422" y="431795"/>
          <a:ext cx="2128766" cy="2128766"/>
        </a:xfrm>
        <a:prstGeom prst="rect">
          <a:avLst/>
        </a:prstGeom>
        <a:blipFill dpi="0" rotWithShape="1">
          <a:blip xmlns:r="http://schemas.openxmlformats.org/officeDocument/2006/relationships" r:embed="rId1"/>
          <a:srcRect/>
          <a:stretch>
            <a:fillRect l="-42574" t="1193" r="-7426" b="-1193"/>
          </a:stretch>
        </a:blip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65500" dist="38100" dir="5400000" rotWithShape="0">
            <a:srgbClr val="000000">
              <a:alpha val="40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20DEF53F-B2BC-D443-88CC-9049D15913EF}">
      <dsp:nvSpPr>
        <dsp:cNvPr id="0" name=""/>
        <dsp:cNvSpPr/>
      </dsp:nvSpPr>
      <dsp:spPr>
        <a:xfrm>
          <a:off x="2974216" y="49191"/>
          <a:ext cx="2128766" cy="3193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34290" rIns="34290" bIns="0" numCol="1" spcCol="1270" anchor="b" anchorCtr="0">
          <a:noAutofit/>
        </a:bodyPr>
        <a:lstStyle/>
        <a:p>
          <a:pPr marL="0" lvl="0" indent="0" algn="l" defTabSz="4000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>
              <a:latin typeface="Calibri"/>
            </a:rPr>
            <a:t>Daniel</a:t>
          </a:r>
          <a:r>
            <a:rPr lang="en-US" sz="900" kern="1200">
              <a:solidFill>
                <a:srgbClr val="000000"/>
              </a:solidFill>
              <a:latin typeface="Calibri"/>
            </a:rPr>
            <a:t> </a:t>
          </a:r>
          <a:r>
            <a:rPr lang="en-US" sz="900" kern="1200">
              <a:latin typeface="Calibri"/>
            </a:rPr>
            <a:t>Berhane Araya</a:t>
          </a:r>
          <a:br>
            <a:rPr lang="en-US" sz="900" kern="1200"/>
          </a:br>
          <a:r>
            <a:rPr lang="en-US" sz="900" kern="1200"/>
            <a:t>Product Owner</a:t>
          </a:r>
        </a:p>
      </dsp:txBody>
      <dsp:txXfrm>
        <a:off x="2974216" y="49191"/>
        <a:ext cx="2128766" cy="319314"/>
      </dsp:txXfrm>
    </dsp:sp>
    <dsp:sp modelId="{A7746AFA-A97F-D34B-B3F2-FC3DA5276430}">
      <dsp:nvSpPr>
        <dsp:cNvPr id="0" name=""/>
        <dsp:cNvSpPr/>
      </dsp:nvSpPr>
      <dsp:spPr>
        <a:xfrm>
          <a:off x="2974216" y="431795"/>
          <a:ext cx="2128766" cy="2128766"/>
        </a:xfrm>
        <a:prstGeom prst="rect">
          <a:avLst/>
        </a:prstGeom>
        <a:blipFill dpi="0" rotWithShape="1">
          <a:blip xmlns:r="http://schemas.openxmlformats.org/officeDocument/2006/relationships" r:embed="rId2"/>
          <a:srcRect/>
          <a:stretch>
            <a:fillRect l="-113" t="-2386" r="113" b="-23614"/>
          </a:stretch>
        </a:blip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65500" dist="38100" dir="5400000" rotWithShape="0">
            <a:srgbClr val="000000">
              <a:alpha val="40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6C542CF0-8C4F-C948-BCB9-7B0902B13B06}">
      <dsp:nvSpPr>
        <dsp:cNvPr id="0" name=""/>
        <dsp:cNvSpPr/>
      </dsp:nvSpPr>
      <dsp:spPr>
        <a:xfrm>
          <a:off x="5328011" y="49191"/>
          <a:ext cx="2128766" cy="3193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34290" rIns="34290" bIns="0" numCol="1" spcCol="1270" anchor="b" anchorCtr="0">
          <a:noAutofit/>
        </a:bodyPr>
        <a:lstStyle/>
        <a:p>
          <a:pPr marL="0" lvl="0" indent="0" algn="l" defTabSz="4000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>
              <a:latin typeface="Calibri"/>
            </a:rPr>
            <a:t>Chandra</a:t>
          </a:r>
          <a:r>
            <a:rPr lang="en-US" sz="900" kern="1200">
              <a:solidFill>
                <a:srgbClr val="000000"/>
              </a:solidFill>
              <a:latin typeface="Calibri"/>
            </a:rPr>
            <a:t> </a:t>
          </a:r>
          <a:r>
            <a:rPr lang="en-US" sz="900" kern="1200">
              <a:latin typeface="Calibri"/>
            </a:rPr>
            <a:t>Kiran Reddy Amireddy</a:t>
          </a:r>
          <a:br>
            <a:rPr lang="en-US" sz="900" kern="1200"/>
          </a:br>
          <a:r>
            <a:rPr lang="en-US" sz="900" kern="1200"/>
            <a:t>Developer</a:t>
          </a:r>
        </a:p>
      </dsp:txBody>
      <dsp:txXfrm>
        <a:off x="5328011" y="49191"/>
        <a:ext cx="2128766" cy="319314"/>
      </dsp:txXfrm>
    </dsp:sp>
    <dsp:sp modelId="{415E2E1A-8975-1545-B2E2-ADEE8ECD532B}">
      <dsp:nvSpPr>
        <dsp:cNvPr id="0" name=""/>
        <dsp:cNvSpPr/>
      </dsp:nvSpPr>
      <dsp:spPr>
        <a:xfrm>
          <a:off x="5328011" y="431795"/>
          <a:ext cx="2128766" cy="2128766"/>
        </a:xfrm>
        <a:prstGeom prst="rect">
          <a:avLst/>
        </a:prstGeom>
        <a:blipFill dpi="0" rotWithShape="1">
          <a:blip xmlns:r="http://schemas.openxmlformats.org/officeDocument/2006/relationships" r:embed="rId3"/>
          <a:srcRect/>
          <a:stretch>
            <a:fillRect l="281" t="1193" r="-281" b="-51193"/>
          </a:stretch>
        </a:blip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65500" dist="38100" dir="5400000" rotWithShape="0">
            <a:srgbClr val="000000">
              <a:alpha val="40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B52E0C82-CF20-A04F-890A-BDF096609DB3}">
      <dsp:nvSpPr>
        <dsp:cNvPr id="0" name=""/>
        <dsp:cNvSpPr/>
      </dsp:nvSpPr>
      <dsp:spPr>
        <a:xfrm>
          <a:off x="620422" y="2773438"/>
          <a:ext cx="2128766" cy="3193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34290" rIns="34290" bIns="0" numCol="1" spcCol="1270" anchor="b" anchorCtr="0">
          <a:noAutofit/>
        </a:bodyPr>
        <a:lstStyle/>
        <a:p>
          <a:pPr marL="0" lvl="0" indent="0" algn="l" defTabSz="4000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>
              <a:latin typeface="Calibri"/>
            </a:rPr>
            <a:t>Sowdhamini Bharadwaj</a:t>
          </a:r>
          <a:r>
            <a:rPr lang="en-US" sz="900" kern="1200">
              <a:solidFill>
                <a:srgbClr val="000000"/>
              </a:solidFill>
              <a:latin typeface="Calibri"/>
            </a:rPr>
            <a:t> </a:t>
          </a:r>
          <a:r>
            <a:rPr lang="en-US" sz="900" kern="1200">
              <a:latin typeface="Calibri"/>
            </a:rPr>
            <a:t>Mandava</a:t>
          </a:r>
          <a:r>
            <a:rPr lang="en-US" sz="900" kern="1200">
              <a:solidFill>
                <a:srgbClr val="000000"/>
              </a:solidFill>
              <a:latin typeface="Calibri"/>
            </a:rPr>
            <a:t> </a:t>
          </a:r>
          <a:r>
            <a:rPr lang="en-US" sz="900" kern="1200">
              <a:latin typeface="Calibri"/>
            </a:rPr>
            <a:t>Venkata</a:t>
          </a:r>
          <a:br>
            <a:rPr lang="en-US" sz="900" kern="1200"/>
          </a:br>
          <a:r>
            <a:rPr lang="en-US" sz="900" kern="1200"/>
            <a:t>Developer</a:t>
          </a:r>
        </a:p>
      </dsp:txBody>
      <dsp:txXfrm>
        <a:off x="620422" y="2773438"/>
        <a:ext cx="2128766" cy="319314"/>
      </dsp:txXfrm>
    </dsp:sp>
    <dsp:sp modelId="{C350E6CF-EC7D-F146-8083-F9C847C26375}">
      <dsp:nvSpPr>
        <dsp:cNvPr id="0" name=""/>
        <dsp:cNvSpPr/>
      </dsp:nvSpPr>
      <dsp:spPr>
        <a:xfrm>
          <a:off x="620422" y="3156042"/>
          <a:ext cx="2128766" cy="2128766"/>
        </a:xfrm>
        <a:prstGeom prst="rect">
          <a:avLst/>
        </a:prstGeom>
        <a:blipFill dpi="0" rotWithShape="1">
          <a:blip xmlns:r="http://schemas.openxmlformats.org/officeDocument/2006/relationships" r:embed="rId4"/>
          <a:srcRect/>
          <a:stretch>
            <a:fillRect l="-508" t="-1496" r="508" b="-38504"/>
          </a:stretch>
        </a:blip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65500" dist="38100" dir="5400000" rotWithShape="0">
            <a:srgbClr val="000000">
              <a:alpha val="40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17FDB844-198D-6240-BB67-C91391508B77}">
      <dsp:nvSpPr>
        <dsp:cNvPr id="0" name=""/>
        <dsp:cNvSpPr/>
      </dsp:nvSpPr>
      <dsp:spPr>
        <a:xfrm>
          <a:off x="2974216" y="2773438"/>
          <a:ext cx="2128766" cy="3193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34290" rIns="34290" bIns="0" numCol="1" spcCol="1270" anchor="b" anchorCtr="0">
          <a:noAutofit/>
        </a:bodyPr>
        <a:lstStyle/>
        <a:p>
          <a:pPr marL="0" lvl="0" indent="0" algn="l" defTabSz="4000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>
              <a:latin typeface="Calibri"/>
            </a:rPr>
            <a:t>Rushikesh</a:t>
          </a:r>
          <a:r>
            <a:rPr lang="en-US" sz="900" kern="1200">
              <a:solidFill>
                <a:srgbClr val="000000"/>
              </a:solidFill>
              <a:latin typeface="Calibri"/>
            </a:rPr>
            <a:t> </a:t>
          </a:r>
          <a:r>
            <a:rPr lang="en-US" sz="900" kern="1200">
              <a:latin typeface="Calibri"/>
            </a:rPr>
            <a:t>Ware</a:t>
          </a:r>
          <a:br>
            <a:rPr lang="en-US" sz="900" kern="1200"/>
          </a:br>
          <a:r>
            <a:rPr lang="en-US" sz="900" kern="1200"/>
            <a:t>Developer</a:t>
          </a:r>
        </a:p>
      </dsp:txBody>
      <dsp:txXfrm>
        <a:off x="2974216" y="2773438"/>
        <a:ext cx="2128766" cy="319314"/>
      </dsp:txXfrm>
    </dsp:sp>
    <dsp:sp modelId="{568831B3-0A53-1B4A-A5BF-9971DEFE168F}">
      <dsp:nvSpPr>
        <dsp:cNvPr id="0" name=""/>
        <dsp:cNvSpPr/>
      </dsp:nvSpPr>
      <dsp:spPr>
        <a:xfrm>
          <a:off x="2974216" y="3156042"/>
          <a:ext cx="2128766" cy="2128766"/>
        </a:xfrm>
        <a:prstGeom prst="rect">
          <a:avLst/>
        </a:prstGeom>
        <a:blipFill dpi="0" rotWithShape="1">
          <a:blip xmlns:r="http://schemas.openxmlformats.org/officeDocument/2006/relationships" r:embed="rId5"/>
          <a:srcRect/>
          <a:stretch>
            <a:fillRect l="-113" t="-1496" r="113" b="-38504"/>
          </a:stretch>
        </a:blip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65500" dist="38100" dir="5400000" rotWithShape="0">
            <a:srgbClr val="000000">
              <a:alpha val="40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1AF4C48C-CBAD-C741-A742-31253FC8B30B}">
      <dsp:nvSpPr>
        <dsp:cNvPr id="0" name=""/>
        <dsp:cNvSpPr/>
      </dsp:nvSpPr>
      <dsp:spPr>
        <a:xfrm>
          <a:off x="5328011" y="2773438"/>
          <a:ext cx="2128766" cy="3193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34290" rIns="34290" bIns="0" numCol="1" spcCol="1270" anchor="b" anchorCtr="0">
          <a:noAutofit/>
        </a:bodyPr>
        <a:lstStyle/>
        <a:p>
          <a:pPr marL="0" lvl="0" indent="0" algn="l" defTabSz="4000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>
              <a:latin typeface="Calibri"/>
            </a:rPr>
            <a:t>Devesh Sidde</a:t>
          </a:r>
          <a:br>
            <a:rPr lang="en-US" sz="900" kern="1200"/>
          </a:br>
          <a:r>
            <a:rPr lang="en-US" sz="900" kern="1200"/>
            <a:t>Developer</a:t>
          </a:r>
        </a:p>
      </dsp:txBody>
      <dsp:txXfrm>
        <a:off x="5328011" y="2773438"/>
        <a:ext cx="2128766" cy="319314"/>
      </dsp:txXfrm>
    </dsp:sp>
    <dsp:sp modelId="{1950220D-D2AA-D041-AEBA-E6117BA4553E}">
      <dsp:nvSpPr>
        <dsp:cNvPr id="0" name=""/>
        <dsp:cNvSpPr/>
      </dsp:nvSpPr>
      <dsp:spPr>
        <a:xfrm>
          <a:off x="5328011" y="3156042"/>
          <a:ext cx="2128766" cy="2128766"/>
        </a:xfrm>
        <a:prstGeom prst="rect">
          <a:avLst/>
        </a:prstGeom>
        <a:blipFill dpi="0" rotWithShape="1">
          <a:blip xmlns:r="http://schemas.openxmlformats.org/officeDocument/2006/relationships" r:embed="rId6"/>
          <a:srcRect/>
          <a:stretch>
            <a:fillRect l="-24775" t="-1496" r="-53225" b="1496"/>
          </a:stretch>
        </a:blipFill>
        <a:ln w="38100" cap="flat" cmpd="sng" algn="ctr">
          <a:solidFill>
            <a:srgbClr val="4472C4"/>
          </a:solidFill>
          <a:prstDash val="solid"/>
        </a:ln>
        <a:effectLst>
          <a:outerShdw blurRad="65500" dist="38100" dir="5400000" rotWithShape="0">
            <a:srgbClr val="000000">
              <a:alpha val="40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EFB3988-459B-4204-80BA-76B92E2F2FF1}">
      <dsp:nvSpPr>
        <dsp:cNvPr id="0" name=""/>
        <dsp:cNvSpPr/>
      </dsp:nvSpPr>
      <dsp:spPr>
        <a:xfrm>
          <a:off x="3365" y="17377"/>
          <a:ext cx="3281362" cy="1312545"/>
        </a:xfrm>
        <a:prstGeom prst="rect">
          <a:avLst/>
        </a:prstGeom>
        <a:solidFill>
          <a:schemeClr val="accent6">
            <a:lumMod val="75000"/>
          </a:schemeClr>
        </a:solidFill>
        <a:ln w="425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73152" rIns="128016" bIns="73152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/>
            <a:t>Table 1: Country Tree Cover Loss (2001-2024)</a:t>
          </a:r>
          <a:r>
            <a:rPr lang="en-US" sz="1800" kern="1200"/>
            <a:t>​</a:t>
          </a:r>
          <a:endParaRPr lang="en-IN" sz="1800" kern="1200"/>
        </a:p>
      </dsp:txBody>
      <dsp:txXfrm>
        <a:off x="3365" y="17377"/>
        <a:ext cx="3281362" cy="1312545"/>
      </dsp:txXfrm>
    </dsp:sp>
    <dsp:sp modelId="{51E9ABC1-1C88-48AD-B7CB-76E811879DC2}">
      <dsp:nvSpPr>
        <dsp:cNvPr id="0" name=""/>
        <dsp:cNvSpPr/>
      </dsp:nvSpPr>
      <dsp:spPr>
        <a:xfrm>
          <a:off x="3365" y="1329923"/>
          <a:ext cx="3281362" cy="2503439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425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4676" tIns="74676" rIns="99568" bIns="112014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/>
            <a:t>Comprehensive deforestation tracking (165 countries)​</a:t>
          </a:r>
          <a:endParaRPr lang="en-IN" sz="1400" kern="120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/>
            <a:t>8 Canopy density thresholds (0%, 10%, 15%, 20%, 25%, 30%, 50%, 75%)​</a:t>
          </a:r>
          <a:endParaRPr lang="en-IN" sz="1400" kern="120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/>
            <a:t>Enables comparison of deforestation under different forest definitions</a:t>
          </a:r>
          <a:endParaRPr lang="en-IN" sz="1400" kern="1200"/>
        </a:p>
      </dsp:txBody>
      <dsp:txXfrm>
        <a:off x="3365" y="1329923"/>
        <a:ext cx="3281362" cy="2503439"/>
      </dsp:txXfrm>
    </dsp:sp>
    <dsp:sp modelId="{472A1811-5624-4F4E-A31F-94E63000CA3E}">
      <dsp:nvSpPr>
        <dsp:cNvPr id="0" name=""/>
        <dsp:cNvSpPr/>
      </dsp:nvSpPr>
      <dsp:spPr>
        <a:xfrm>
          <a:off x="3744118" y="17377"/>
          <a:ext cx="3281362" cy="1312545"/>
        </a:xfrm>
        <a:prstGeom prst="rect">
          <a:avLst/>
        </a:prstGeom>
        <a:solidFill>
          <a:schemeClr val="accent6">
            <a:lumMod val="75000"/>
          </a:schemeClr>
        </a:solidFill>
        <a:ln w="425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73152" rIns="128016" bIns="73152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/>
            <a:t>Table 2: Country Primary Loss (2002-2024)</a:t>
          </a:r>
          <a:r>
            <a:rPr lang="en-US" sz="1800" kern="1200"/>
            <a:t>​</a:t>
          </a:r>
          <a:endParaRPr lang="en-IN" sz="1800" kern="1200"/>
        </a:p>
      </dsp:txBody>
      <dsp:txXfrm>
        <a:off x="3744118" y="17377"/>
        <a:ext cx="3281362" cy="1312545"/>
      </dsp:txXfrm>
    </dsp:sp>
    <dsp:sp modelId="{9CA9D0C6-663A-4360-A054-33B241DECF52}">
      <dsp:nvSpPr>
        <dsp:cNvPr id="0" name=""/>
        <dsp:cNvSpPr/>
      </dsp:nvSpPr>
      <dsp:spPr>
        <a:xfrm>
          <a:off x="3744118" y="1329923"/>
          <a:ext cx="3281362" cy="2503439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425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4676" tIns="74676" rIns="99568" bIns="112014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/>
            <a:t>Irreplaceable ecosystem loss: tracks destruction of virgin/old-growth forests ​</a:t>
          </a:r>
          <a:endParaRPr lang="en-IN" sz="1400" kern="120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/>
            <a:t>75 tropical/subtropical countries where primary forests still exist​</a:t>
          </a:r>
          <a:endParaRPr lang="en-IN" sz="1400" kern="120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/>
            <a:t>Single threshold (30%)​</a:t>
          </a:r>
          <a:endParaRPr lang="en-IN" sz="1400" kern="120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/>
            <a:t>Biodiversity proxy - these forests cannot be restored once lost</a:t>
          </a:r>
          <a:endParaRPr lang="en-IN" sz="1400" kern="1200"/>
        </a:p>
      </dsp:txBody>
      <dsp:txXfrm>
        <a:off x="3744118" y="1329923"/>
        <a:ext cx="3281362" cy="2503439"/>
      </dsp:txXfrm>
    </dsp:sp>
    <dsp:sp modelId="{F4D5C6A9-437F-4D7D-83ED-361F301887BA}">
      <dsp:nvSpPr>
        <dsp:cNvPr id="0" name=""/>
        <dsp:cNvSpPr/>
      </dsp:nvSpPr>
      <dsp:spPr>
        <a:xfrm>
          <a:off x="7484872" y="17377"/>
          <a:ext cx="3281362" cy="1312545"/>
        </a:xfrm>
        <a:prstGeom prst="rect">
          <a:avLst/>
        </a:prstGeom>
        <a:solidFill>
          <a:schemeClr val="accent6">
            <a:lumMod val="75000"/>
          </a:schemeClr>
        </a:solidFill>
        <a:ln w="425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73152" rIns="128016" bIns="73152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/>
            <a:t>Table 3: Complete carbon accounting (2001-2024)</a:t>
          </a:r>
          <a:r>
            <a:rPr lang="en-US" sz="1800" kern="1200"/>
            <a:t>​</a:t>
          </a:r>
          <a:endParaRPr lang="en-IN" sz="1800" kern="1200"/>
        </a:p>
      </dsp:txBody>
      <dsp:txXfrm>
        <a:off x="7484872" y="17377"/>
        <a:ext cx="3281362" cy="1312545"/>
      </dsp:txXfrm>
    </dsp:sp>
    <dsp:sp modelId="{20AA9A76-71D8-4C32-B0AE-6D3CABD8739C}">
      <dsp:nvSpPr>
        <dsp:cNvPr id="0" name=""/>
        <dsp:cNvSpPr/>
      </dsp:nvSpPr>
      <dsp:spPr>
        <a:xfrm>
          <a:off x="7484872" y="1329923"/>
          <a:ext cx="3281362" cy="2503439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425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4676" tIns="74676" rIns="99568" bIns="112014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/>
            <a:t>For forest ecosystems across 165 countries ​</a:t>
          </a:r>
          <a:endParaRPr lang="en-IN" sz="1400" kern="120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/>
            <a:t>Multiple carbon metrics​</a:t>
          </a:r>
          <a:endParaRPr lang="en-IN" sz="1400" kern="1200"/>
        </a:p>
        <a:p>
          <a:pPr marL="228600" lvl="2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/>
            <a:t>Gross emissions​</a:t>
          </a:r>
          <a:endParaRPr lang="en-IN" sz="1400" kern="1200"/>
        </a:p>
        <a:p>
          <a:pPr marL="228600" lvl="2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/>
            <a:t>Gross removals​</a:t>
          </a:r>
          <a:endParaRPr lang="en-IN" sz="1400" kern="1200"/>
        </a:p>
        <a:p>
          <a:pPr marL="228600" lvl="2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/>
            <a:t>Net flux​</a:t>
          </a:r>
          <a:endParaRPr lang="en-IN" sz="1400" kern="1200"/>
        </a:p>
        <a:p>
          <a:pPr marL="228600" lvl="2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/>
            <a:t>Carbon density​</a:t>
          </a:r>
          <a:endParaRPr lang="en-IN" sz="1400" kern="120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/>
            <a:t>Thresholds (30%, 50%, 75%)​</a:t>
          </a:r>
          <a:endParaRPr lang="en-IN" sz="1400" kern="120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/>
            <a:t>Quantifies climate impact of forest changes with annual emissions data​</a:t>
          </a:r>
          <a:endParaRPr lang="en-IN" sz="1400" kern="1200"/>
        </a:p>
      </dsp:txBody>
      <dsp:txXfrm>
        <a:off x="7484872" y="1329923"/>
        <a:ext cx="3281362" cy="250343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PictureGrid">
  <dgm:title val=""/>
  <dgm:desc val=""/>
  <dgm:catLst>
    <dgm:cat type="picture" pri="11000"/>
    <dgm:cat type="pictureconvert" pri="110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Name0">
    <dgm:varLst>
      <dgm:dir/>
    </dgm:varLst>
    <dgm:choose name="Name1">
      <dgm:if name="Name2" axis="ch" ptType="node" func="cnt" op="lte" val="4">
        <dgm:choose name="Name3">
          <dgm:if name="Name4" func="var" arg="dir" op="equ" val="norm">
            <dgm:alg type="snake">
              <dgm:param type="off" val="ctr"/>
              <dgm:param type="bkpt" val="fixed"/>
              <dgm:param type="bkPtFixedVal" val="2"/>
            </dgm:alg>
          </dgm:if>
          <dgm:else name="Name5">
            <dgm:alg type="snake">
              <dgm:param type="off" val="ctr"/>
              <dgm:param type="grDir" val="tR"/>
              <dgm:param type="bkpt" val="fixed"/>
              <dgm:param type="bkPtFixedVal" val="2"/>
            </dgm:alg>
          </dgm:else>
        </dgm:choose>
      </dgm:if>
      <dgm:else name="Name6">
        <dgm:choose name="Name7">
          <dgm:if name="Name8" axis="ch" ptType="node" func="cnt" op="lte" val="9">
            <dgm:choose name="Name9">
              <dgm:if name="Name10" func="var" arg="dir" op="equ" val="norm">
                <dgm:alg type="snake">
                  <dgm:param type="off" val="ctr"/>
                  <dgm:param type="bkpt" val="fixed"/>
                  <dgm:param type="bkPtFixedVal" val="3"/>
                </dgm:alg>
              </dgm:if>
              <dgm:else name="Name11">
                <dgm:alg type="snake">
                  <dgm:param type="off" val="ctr"/>
                  <dgm:param type="grDir" val="tR"/>
                  <dgm:param type="bkpt" val="fixed"/>
                  <dgm:param type="bkPtFixedVal" val="3"/>
                </dgm:alg>
              </dgm:else>
            </dgm:choose>
          </dgm:if>
          <dgm:else name="Name12">
            <dgm:choose name="Name13">
              <dgm:if name="Name14" axis="ch" ptType="node" func="cnt" op="lte" val="16">
                <dgm:choose name="Name15">
                  <dgm:if name="Name16" func="var" arg="dir" op="equ" val="norm">
                    <dgm:alg type="snake">
                      <dgm:param type="off" val="ctr"/>
                      <dgm:param type="bkpt" val="fixed"/>
                      <dgm:param type="bkPtFixedVal" val="4"/>
                    </dgm:alg>
                  </dgm:if>
                  <dgm:else name="Name17">
                    <dgm:alg type="snake">
                      <dgm:param type="off" val="ctr"/>
                      <dgm:param type="grDir" val="tR"/>
                      <dgm:param type="bkpt" val="fixed"/>
                      <dgm:param type="bkPtFixedVal" val="4"/>
                    </dgm:alg>
                  </dgm:else>
                </dgm:choose>
              </dgm:if>
              <dgm:else name="Name18">
                <dgm:choose name="Name19">
                  <dgm:if name="Name20" axis="ch" ptType="node" func="cnt" op="lte" val="25">
                    <dgm:choose name="Name21">
                      <dgm:if name="Name22" func="var" arg="dir" op="equ" val="norm">
                        <dgm:alg type="snake">
                          <dgm:param type="off" val="ctr"/>
                          <dgm:param type="bkpt" val="fixed"/>
                          <dgm:param type="bkPtFixedVal" val="5"/>
                        </dgm:alg>
                      </dgm:if>
                      <dgm:else name="Name23">
                        <dgm:alg type="snake">
                          <dgm:param type="off" val="ctr"/>
                          <dgm:param type="grDir" val="tR"/>
                          <dgm:param type="bkpt" val="fixed"/>
                          <dgm:param type="bkPtFixedVal" val="5"/>
                        </dgm:alg>
                      </dgm:else>
                    </dgm:choose>
                  </dgm:if>
                  <dgm:else name="Name24">
                    <dgm:choose name="Name25">
                      <dgm:if name="Name26" func="var" arg="dir" op="equ" val="norm">
                        <dgm:alg type="snake">
                          <dgm:param type="off" val="ctr"/>
                        </dgm:alg>
                      </dgm:if>
                      <dgm:else name="Name27">
                        <dgm:alg type="snake">
                          <dgm:param type="off" val="ctr"/>
                          <dgm:param type="grDir" val="tR"/>
                        </dgm:alg>
                      </dgm:else>
                    </dgm:choose>
                  </dgm:else>
                </dgm:choose>
              </dgm:else>
            </dgm:choose>
          </dgm:else>
        </dgm:choose>
      </dgm:else>
    </dgm:choose>
    <dgm:shape xmlns:r="http://schemas.openxmlformats.org/officeDocument/2006/relationships" r:blip="">
      <dgm:adjLst/>
    </dgm:shape>
    <dgm:constrLst>
      <dgm:constr type="primFontSz" for="des" ptType="node" op="equ" val="65"/>
      <dgm:constr type="w" for="ch" forName="composite" refType="h" fact="0.8"/>
      <dgm:constr type="h" for="ch" forName="composite" refType="h"/>
      <dgm:constr type="sp" refType="w" refFor="ch" refForName="composite" op="equ" fact="0.1"/>
      <dgm:constr type="w" for="ch" forName="sibTrans" refType="w" refFor="ch" refForName="composite" op="equ" fact="0.1"/>
      <dgm:constr type="h" for="ch" forName="sibTrans" refType="w" refFor="ch" refForName="sibTrans" op="equ"/>
    </dgm:constrLst>
    <dgm:forEach name="nodesForEach" axis="ch" ptType="node">
      <dgm:layoutNode name="composite">
        <dgm:alg type="composite">
          <dgm:param type="ar" val="0.7568"/>
        </dgm:alg>
        <dgm:shape xmlns:r="http://schemas.openxmlformats.org/officeDocument/2006/relationships" r:blip="">
          <dgm:adjLst/>
        </dgm:shape>
        <dgm:constrLst>
          <dgm:constr type="l" for="ch" forName="rect1" refType="w" fact="0"/>
          <dgm:constr type="t" for="ch" forName="rect1" refType="h" fact="0.15"/>
          <dgm:constr type="w" for="ch" forName="rect1" refType="w"/>
          <dgm:constr type="h" for="ch" forName="rect1" refType="w"/>
          <dgm:constr type="l" for="ch" forName="rect2" refType="w" fact="0"/>
          <dgm:constr type="t" for="ch" forName="rect2" refType="h" fact="0"/>
          <dgm:constr type="w" for="ch" forName="rect2" refType="w"/>
          <dgm:constr type="h" for="ch" forName="rect2" refType="w" fact="0.15"/>
        </dgm:constrLst>
        <dgm:layoutNode name="rect2" styleLbl="revTx">
          <dgm:varLst>
            <dgm:bulletEnabled val="1"/>
          </dgm:varLst>
          <dgm:alg type="tx">
            <dgm:param type="stBulletLvl" val="3"/>
            <dgm:param type="parTxLTRAlign" val="l"/>
            <dgm:param type="parTxRTLAlign" val="r"/>
            <dgm:param type="txAnchorVert" val="b"/>
            <dgm:param type="txAnchorVertCh" val="b"/>
          </dgm:alg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lMarg" refType="primFontSz" fact="0"/>
            <dgm:constr type="rMarg" refType="primFontSz" fact="0.3"/>
            <dgm:constr type="tMarg" refType="primFontSz" fact="0.3"/>
            <dgm:constr type="bMarg" refType="primFontSz" fact="0"/>
            <dgm:constr type="secFontSz" refType="primFontSz" fact="0.8"/>
          </dgm:constrLst>
          <dgm:ruleLst>
            <dgm:rule type="primFontSz" val="5" fact="NaN" max="NaN"/>
          </dgm:ruleLst>
        </dgm:layoutNode>
        <dgm:layoutNode name="rect1" styleLbl="alignImgPlace1">
          <dgm:alg type="sp"/>
          <dgm:shape xmlns:r="http://schemas.openxmlformats.org/officeDocument/2006/relationships" type="rect" r:blip="" blipPhldr="1">
            <dgm:adjLst/>
          </dgm:shape>
          <dgm:presOf/>
        </dgm:layoutNod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  <a:extLst/>
          </a:lstStyle>
          <a:p>
            <a:pPr>
              <a:defRPr/>
            </a:pPr>
            <a:endParaRPr lang="en-US"/>
          </a:p>
        </p:txBody>
      </p:sp>
      <p:sp>
        <p:nvSpPr>
          <p:cNvPr id="3" name="Rectangle 3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  <a:extLst/>
          </a:lstStyle>
          <a:p>
            <a:pPr>
              <a:defRPr/>
            </a:pPr>
            <a:fld id="{3B9F0CED-7E24-BF4C-9217-89A85EA4613D}" type="datetimeFigureOut">
              <a:rPr lang="en-US"/>
              <a:pPr>
                <a:defRPr/>
              </a:pPr>
              <a:t>9/14/2025</a:t>
            </a:fld>
            <a:endParaRPr lang="en-US"/>
          </a:p>
        </p:txBody>
      </p:sp>
      <p:sp>
        <p:nvSpPr>
          <p:cNvPr id="4" name="Rectangle 4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  <a:extLst/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  <a:extLst/>
          </a:lstStyle>
          <a:p>
            <a:pPr>
              <a:defRPr/>
            </a:pPr>
            <a:fld id="{02E9CC9B-1844-7749-A6D1-3AF634BC835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229437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  <a:extLst/>
          </a:lstStyle>
          <a:p>
            <a:pPr>
              <a:defRPr/>
            </a:pPr>
            <a:endParaRPr lang="en-US"/>
          </a:p>
        </p:txBody>
      </p:sp>
      <p:sp>
        <p:nvSpPr>
          <p:cNvPr id="3" name="Rectangle 3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  <a:extLst/>
          </a:lstStyle>
          <a:p>
            <a:pPr>
              <a:defRPr/>
            </a:pPr>
            <a:fld id="{8A491313-BF83-BC4F-87DA-A29417CF61EE}" type="datetimeFigureOut">
              <a:rPr lang="en-US"/>
              <a:pPr>
                <a:defRPr/>
              </a:pPr>
              <a:t>9/14/2025</a:t>
            </a:fld>
            <a:endParaRPr lang="en-US"/>
          </a:p>
        </p:txBody>
      </p:sp>
      <p:sp>
        <p:nvSpPr>
          <p:cNvPr id="4" name="Rectangle 4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anchor="ctr"/>
          <a:lstStyle/>
          <a:p>
            <a:pPr lvl="0"/>
            <a:endParaRPr lang="en-US" noProof="0"/>
          </a:p>
        </p:txBody>
      </p:sp>
      <p:sp>
        <p:nvSpPr>
          <p:cNvPr id="5" name="Rectangle 5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Rectangle 6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  <a:extLst/>
          </a:lstStyle>
          <a:p>
            <a:pPr>
              <a:defRPr/>
            </a:pPr>
            <a:endParaRPr lang="en-US"/>
          </a:p>
        </p:txBody>
      </p:sp>
      <p:sp>
        <p:nvSpPr>
          <p:cNvPr id="7" name="Rectangle 7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  <a:extLst/>
          </a:lstStyle>
          <a:p>
            <a:pPr>
              <a:defRPr/>
            </a:pPr>
            <a:fld id="{42310910-2610-F946-B908-1B939B60B29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77888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rtl="0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rtl="0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rtl="0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rtl="0">
      <a:defRPr sz="1200" kern="1200">
        <a:solidFill>
          <a:schemeClr val="tx1"/>
        </a:solidFill>
        <a:latin typeface="+mn-lt"/>
        <a:ea typeface="+mn-ea"/>
        <a:cs typeface="+mn-cs"/>
      </a:defRPr>
    </a:lvl9pPr>
    <a:extLst/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109" b="29773"/>
          <a:stretch/>
        </p:blipFill>
        <p:spPr>
          <a:xfrm>
            <a:off x="0" y="0"/>
            <a:ext cx="12192000" cy="4648200"/>
          </a:xfrm>
          <a:prstGeom prst="rect">
            <a:avLst/>
          </a:prstGeom>
        </p:spPr>
      </p:pic>
      <p:sp>
        <p:nvSpPr>
          <p:cNvPr id="5" name="Rectangle 10"/>
          <p:cNvSpPr/>
          <p:nvPr userDrawn="1"/>
        </p:nvSpPr>
        <p:spPr>
          <a:xfrm>
            <a:off x="0" y="4038600"/>
            <a:ext cx="12192000" cy="609600"/>
          </a:xfrm>
          <a:prstGeom prst="rect">
            <a:avLst/>
          </a:prstGeom>
          <a:solidFill>
            <a:schemeClr val="tx1">
              <a:alpha val="66000"/>
            </a:schemeClr>
          </a:solidFill>
          <a:ln w="25400" cap="rnd" cmpd="sng" algn="ctr">
            <a:noFill/>
            <a:prstDash val="soli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/>
              <a:t> </a:t>
            </a:r>
          </a:p>
        </p:txBody>
      </p:sp>
      <p:sp>
        <p:nvSpPr>
          <p:cNvPr id="2" name="Rectangle 2"/>
          <p:cNvSpPr>
            <a:spLocks noGrp="1"/>
          </p:cNvSpPr>
          <p:nvPr>
            <p:ph type="ctrTitle"/>
          </p:nvPr>
        </p:nvSpPr>
        <p:spPr>
          <a:xfrm>
            <a:off x="304800" y="4114800"/>
            <a:ext cx="11430000" cy="533400"/>
          </a:xfrm>
          <a:prstGeom prst="rect">
            <a:avLst/>
          </a:prstGeom>
          <a:noFill/>
        </p:spPr>
        <p:txBody>
          <a:bodyPr vert="horz"/>
          <a:lstStyle>
            <a:lvl1pPr algn="l">
              <a:defRPr sz="2400" b="1" cap="all" spc="150" baseline="0">
                <a:solidFill>
                  <a:schemeClr val="bg1"/>
                </a:solidFill>
              </a:defRPr>
            </a:lvl1pPr>
            <a:extLst/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Rectangle 3"/>
          <p:cNvSpPr>
            <a:spLocks noGrp="1"/>
          </p:cNvSpPr>
          <p:nvPr>
            <p:ph type="subTitle" idx="1"/>
          </p:nvPr>
        </p:nvSpPr>
        <p:spPr>
          <a:xfrm>
            <a:off x="304800" y="4724400"/>
            <a:ext cx="9144000" cy="1828800"/>
          </a:xfrm>
          <a:solidFill>
            <a:schemeClr val="bg1"/>
          </a:solidFill>
        </p:spPr>
        <p:txBody>
          <a:bodyPr/>
          <a:lstStyle>
            <a:lvl1pPr marL="0" indent="0" algn="l">
              <a:buNone/>
              <a:defRPr sz="2000" b="1">
                <a:solidFill>
                  <a:schemeClr val="accent4">
                    <a:shade val="50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9395A22-D4AB-46B0-8C1B-450A5E2AA2D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956800" y="6169774"/>
            <a:ext cx="2153007" cy="5382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50633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1_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/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247" b="31619"/>
          <a:stretch/>
        </p:blipFill>
        <p:spPr bwMode="auto">
          <a:xfrm>
            <a:off x="0" y="0"/>
            <a:ext cx="12192000" cy="4645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10"/>
          <p:cNvSpPr/>
          <p:nvPr userDrawn="1"/>
        </p:nvSpPr>
        <p:spPr>
          <a:xfrm>
            <a:off x="0" y="4038600"/>
            <a:ext cx="12192000" cy="609600"/>
          </a:xfrm>
          <a:prstGeom prst="rect">
            <a:avLst/>
          </a:prstGeom>
          <a:solidFill>
            <a:srgbClr val="463E38">
              <a:alpha val="65882"/>
            </a:srgbClr>
          </a:solidFill>
          <a:ln w="25400" cap="rnd" cmpd="sng" algn="ctr">
            <a:noFill/>
            <a:prstDash val="soli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/>
              <a:t> </a:t>
            </a:r>
          </a:p>
        </p:txBody>
      </p:sp>
      <p:sp>
        <p:nvSpPr>
          <p:cNvPr id="2" name="Rectangle 2"/>
          <p:cNvSpPr>
            <a:spLocks noGrp="1"/>
          </p:cNvSpPr>
          <p:nvPr>
            <p:ph type="ctrTitle"/>
          </p:nvPr>
        </p:nvSpPr>
        <p:spPr>
          <a:xfrm>
            <a:off x="304800" y="4114800"/>
            <a:ext cx="9652000" cy="533400"/>
          </a:xfrm>
          <a:prstGeom prst="rect">
            <a:avLst/>
          </a:prstGeom>
          <a:noFill/>
        </p:spPr>
        <p:txBody>
          <a:bodyPr vert="horz"/>
          <a:lstStyle>
            <a:lvl1pPr algn="l">
              <a:defRPr sz="2400" b="1" cap="all" spc="150" baseline="0">
                <a:solidFill>
                  <a:schemeClr val="bg1"/>
                </a:solidFill>
              </a:defRPr>
            </a:lvl1pPr>
            <a:extLst/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Rectangle 3"/>
          <p:cNvSpPr>
            <a:spLocks noGrp="1"/>
          </p:cNvSpPr>
          <p:nvPr>
            <p:ph type="subTitle" idx="1"/>
          </p:nvPr>
        </p:nvSpPr>
        <p:spPr>
          <a:xfrm>
            <a:off x="304800" y="4706112"/>
            <a:ext cx="9144000" cy="1828800"/>
          </a:xfrm>
          <a:solidFill>
            <a:schemeClr val="bg1"/>
          </a:solidFill>
        </p:spPr>
        <p:txBody>
          <a:bodyPr/>
          <a:lstStyle>
            <a:lvl1pPr marL="0" indent="0" algn="l">
              <a:buNone/>
              <a:defRPr sz="2000" b="1">
                <a:solidFill>
                  <a:schemeClr val="accent4">
                    <a:shade val="50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12809C4-E326-49E0-B94B-F7E41C55A87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956800" y="6169773"/>
            <a:ext cx="2153015" cy="5382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20417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2_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/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512" b="37358"/>
          <a:stretch/>
        </p:blipFill>
        <p:spPr bwMode="auto">
          <a:xfrm>
            <a:off x="0" y="-7938"/>
            <a:ext cx="12192000" cy="4656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10"/>
          <p:cNvSpPr/>
          <p:nvPr userDrawn="1"/>
        </p:nvSpPr>
        <p:spPr>
          <a:xfrm>
            <a:off x="0" y="4038600"/>
            <a:ext cx="12192000" cy="609600"/>
          </a:xfrm>
          <a:prstGeom prst="rect">
            <a:avLst/>
          </a:prstGeom>
          <a:solidFill>
            <a:srgbClr val="FFBA03">
              <a:alpha val="66000"/>
            </a:srgbClr>
          </a:solidFill>
          <a:ln w="25400" cap="rnd" cmpd="sng" algn="ctr">
            <a:noFill/>
            <a:prstDash val="soli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/>
              <a:t> </a:t>
            </a:r>
          </a:p>
        </p:txBody>
      </p:sp>
      <p:sp>
        <p:nvSpPr>
          <p:cNvPr id="2" name="Rectangle 2"/>
          <p:cNvSpPr>
            <a:spLocks noGrp="1"/>
          </p:cNvSpPr>
          <p:nvPr>
            <p:ph type="ctrTitle"/>
          </p:nvPr>
        </p:nvSpPr>
        <p:spPr>
          <a:xfrm>
            <a:off x="304800" y="4114800"/>
            <a:ext cx="9652000" cy="533400"/>
          </a:xfrm>
          <a:prstGeom prst="rect">
            <a:avLst/>
          </a:prstGeom>
          <a:noFill/>
        </p:spPr>
        <p:txBody>
          <a:bodyPr vert="horz"/>
          <a:lstStyle>
            <a:lvl1pPr algn="l">
              <a:defRPr sz="2400" b="1" cap="all" spc="150" baseline="0">
                <a:solidFill>
                  <a:schemeClr val="bg1"/>
                </a:solidFill>
              </a:defRPr>
            </a:lvl1pPr>
            <a:extLst/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Rectangle 3"/>
          <p:cNvSpPr>
            <a:spLocks noGrp="1"/>
          </p:cNvSpPr>
          <p:nvPr>
            <p:ph type="subTitle" idx="1"/>
          </p:nvPr>
        </p:nvSpPr>
        <p:spPr>
          <a:xfrm>
            <a:off x="304800" y="4706112"/>
            <a:ext cx="9144000" cy="1828800"/>
          </a:xfrm>
          <a:solidFill>
            <a:schemeClr val="bg1"/>
          </a:solidFill>
        </p:spPr>
        <p:txBody>
          <a:bodyPr/>
          <a:lstStyle>
            <a:lvl1pPr marL="0" indent="0" algn="l">
              <a:buNone/>
              <a:defRPr sz="2000" b="1">
                <a:solidFill>
                  <a:schemeClr val="accent4">
                    <a:shade val="50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07868BA-A8EF-4602-B992-84D470E0FE3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956800" y="6169773"/>
            <a:ext cx="2153016" cy="538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28429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3_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/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315" b="16259"/>
          <a:stretch/>
        </p:blipFill>
        <p:spPr bwMode="auto">
          <a:xfrm>
            <a:off x="0" y="0"/>
            <a:ext cx="12192000" cy="4656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10"/>
          <p:cNvSpPr/>
          <p:nvPr userDrawn="1"/>
        </p:nvSpPr>
        <p:spPr>
          <a:xfrm>
            <a:off x="0" y="4038600"/>
            <a:ext cx="12192000" cy="609600"/>
          </a:xfrm>
          <a:prstGeom prst="rect">
            <a:avLst/>
          </a:prstGeom>
          <a:solidFill>
            <a:schemeClr val="tx1">
              <a:alpha val="66000"/>
            </a:schemeClr>
          </a:solidFill>
          <a:ln w="25400" cap="rnd" cmpd="sng" algn="ctr">
            <a:noFill/>
            <a:prstDash val="soli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/>
              <a:t> </a:t>
            </a:r>
          </a:p>
        </p:txBody>
      </p:sp>
      <p:sp>
        <p:nvSpPr>
          <p:cNvPr id="2" name="Rectangle 2"/>
          <p:cNvSpPr>
            <a:spLocks noGrp="1"/>
          </p:cNvSpPr>
          <p:nvPr>
            <p:ph type="ctrTitle"/>
          </p:nvPr>
        </p:nvSpPr>
        <p:spPr>
          <a:xfrm>
            <a:off x="304800" y="4114800"/>
            <a:ext cx="9652000" cy="533400"/>
          </a:xfrm>
          <a:prstGeom prst="rect">
            <a:avLst/>
          </a:prstGeom>
          <a:noFill/>
        </p:spPr>
        <p:txBody>
          <a:bodyPr vert="horz"/>
          <a:lstStyle>
            <a:lvl1pPr algn="l">
              <a:defRPr sz="2400" b="1" cap="all" spc="150" baseline="0">
                <a:solidFill>
                  <a:schemeClr val="bg1"/>
                </a:solidFill>
              </a:defRPr>
            </a:lvl1pPr>
            <a:extLst/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Rectangle 3"/>
          <p:cNvSpPr>
            <a:spLocks noGrp="1"/>
          </p:cNvSpPr>
          <p:nvPr>
            <p:ph type="subTitle" idx="1"/>
          </p:nvPr>
        </p:nvSpPr>
        <p:spPr>
          <a:xfrm>
            <a:off x="304800" y="4706112"/>
            <a:ext cx="9144000" cy="1828800"/>
          </a:xfrm>
          <a:solidFill>
            <a:schemeClr val="bg1"/>
          </a:solidFill>
        </p:spPr>
        <p:txBody>
          <a:bodyPr/>
          <a:lstStyle>
            <a:lvl1pPr marL="0" indent="0" algn="l">
              <a:buNone/>
              <a:defRPr sz="2000" b="1">
                <a:solidFill>
                  <a:schemeClr val="accent4">
                    <a:shade val="50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FD937DF-8F61-4975-906D-E6F414A095F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956800" y="6169773"/>
            <a:ext cx="2153015" cy="5382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2128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4_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/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488" b="19597"/>
          <a:stretch/>
        </p:blipFill>
        <p:spPr bwMode="auto">
          <a:xfrm>
            <a:off x="0" y="-152400"/>
            <a:ext cx="12192000" cy="480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10"/>
          <p:cNvSpPr/>
          <p:nvPr userDrawn="1"/>
        </p:nvSpPr>
        <p:spPr>
          <a:xfrm>
            <a:off x="0" y="4038600"/>
            <a:ext cx="12192000" cy="609600"/>
          </a:xfrm>
          <a:prstGeom prst="rect">
            <a:avLst/>
          </a:prstGeom>
          <a:solidFill>
            <a:schemeClr val="accent4">
              <a:lumMod val="50000"/>
              <a:alpha val="75000"/>
            </a:schemeClr>
          </a:solidFill>
          <a:ln w="25400" cap="rnd" cmpd="sng" algn="ctr">
            <a:noFill/>
            <a:prstDash val="soli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/>
              <a:t> </a:t>
            </a:r>
          </a:p>
        </p:txBody>
      </p:sp>
      <p:sp>
        <p:nvSpPr>
          <p:cNvPr id="2" name="Rectangle 2"/>
          <p:cNvSpPr>
            <a:spLocks noGrp="1"/>
          </p:cNvSpPr>
          <p:nvPr>
            <p:ph type="ctrTitle"/>
          </p:nvPr>
        </p:nvSpPr>
        <p:spPr>
          <a:xfrm>
            <a:off x="304800" y="4114800"/>
            <a:ext cx="9652000" cy="533400"/>
          </a:xfrm>
          <a:prstGeom prst="rect">
            <a:avLst/>
          </a:prstGeom>
          <a:noFill/>
        </p:spPr>
        <p:txBody>
          <a:bodyPr vert="horz"/>
          <a:lstStyle>
            <a:lvl1pPr algn="l">
              <a:defRPr sz="2400" b="1" cap="all" spc="150" baseline="0">
                <a:solidFill>
                  <a:schemeClr val="bg1"/>
                </a:solidFill>
              </a:defRPr>
            </a:lvl1pPr>
            <a:extLst/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Rectangle 3"/>
          <p:cNvSpPr>
            <a:spLocks noGrp="1"/>
          </p:cNvSpPr>
          <p:nvPr>
            <p:ph type="subTitle" idx="1"/>
          </p:nvPr>
        </p:nvSpPr>
        <p:spPr>
          <a:xfrm>
            <a:off x="304800" y="4706112"/>
            <a:ext cx="9144000" cy="1828800"/>
          </a:xfrm>
          <a:solidFill>
            <a:schemeClr val="bg1"/>
          </a:solidFill>
        </p:spPr>
        <p:txBody>
          <a:bodyPr/>
          <a:lstStyle>
            <a:lvl1pPr marL="0" indent="0" algn="l">
              <a:buNone/>
              <a:defRPr sz="2000" b="1">
                <a:solidFill>
                  <a:schemeClr val="accent4">
                    <a:shade val="50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FE3F39E-4BAF-42FB-8F19-467EBC9E4BF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956800" y="6169773"/>
            <a:ext cx="2153015" cy="5382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17906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5_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/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535" b="21369"/>
          <a:stretch/>
        </p:blipFill>
        <p:spPr bwMode="auto">
          <a:xfrm>
            <a:off x="0" y="1"/>
            <a:ext cx="12192000" cy="4646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10"/>
          <p:cNvSpPr/>
          <p:nvPr userDrawn="1"/>
        </p:nvSpPr>
        <p:spPr>
          <a:xfrm>
            <a:off x="0" y="4038600"/>
            <a:ext cx="12192000" cy="609600"/>
          </a:xfrm>
          <a:prstGeom prst="rect">
            <a:avLst/>
          </a:prstGeom>
          <a:solidFill>
            <a:schemeClr val="accent4">
              <a:lumMod val="50000"/>
              <a:alpha val="75000"/>
            </a:schemeClr>
          </a:solidFill>
          <a:ln w="25400" cap="rnd" cmpd="sng" algn="ctr">
            <a:noFill/>
            <a:prstDash val="soli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/>
              <a:t> </a:t>
            </a:r>
          </a:p>
        </p:txBody>
      </p:sp>
      <p:sp>
        <p:nvSpPr>
          <p:cNvPr id="2" name="Rectangle 2"/>
          <p:cNvSpPr>
            <a:spLocks noGrp="1"/>
          </p:cNvSpPr>
          <p:nvPr>
            <p:ph type="ctrTitle"/>
          </p:nvPr>
        </p:nvSpPr>
        <p:spPr>
          <a:xfrm>
            <a:off x="304800" y="4114800"/>
            <a:ext cx="9652000" cy="533400"/>
          </a:xfrm>
          <a:prstGeom prst="rect">
            <a:avLst/>
          </a:prstGeom>
          <a:noFill/>
        </p:spPr>
        <p:txBody>
          <a:bodyPr vert="horz"/>
          <a:lstStyle>
            <a:lvl1pPr algn="l">
              <a:defRPr sz="2400" b="1" cap="all" spc="150" baseline="0">
                <a:solidFill>
                  <a:schemeClr val="bg1"/>
                </a:solidFill>
              </a:defRPr>
            </a:lvl1pPr>
            <a:extLst/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Rectangle 3"/>
          <p:cNvSpPr>
            <a:spLocks noGrp="1"/>
          </p:cNvSpPr>
          <p:nvPr>
            <p:ph type="subTitle" idx="1"/>
          </p:nvPr>
        </p:nvSpPr>
        <p:spPr>
          <a:xfrm>
            <a:off x="304800" y="4706112"/>
            <a:ext cx="9144000" cy="1828800"/>
          </a:xfrm>
          <a:solidFill>
            <a:schemeClr val="bg1"/>
          </a:solidFill>
        </p:spPr>
        <p:txBody>
          <a:bodyPr/>
          <a:lstStyle>
            <a:lvl1pPr marL="0" indent="0" algn="l">
              <a:buNone/>
              <a:defRPr sz="2000" b="1">
                <a:solidFill>
                  <a:schemeClr val="accent4">
                    <a:shade val="50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FE3F39E-4BAF-42FB-8F19-467EBC9E4BF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956800" y="6169773"/>
            <a:ext cx="2153015" cy="5382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46382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6_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434" b="21434"/>
          <a:stretch/>
        </p:blipFill>
        <p:spPr bwMode="auto">
          <a:xfrm>
            <a:off x="0" y="3081"/>
            <a:ext cx="12192000" cy="4646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10"/>
          <p:cNvSpPr/>
          <p:nvPr userDrawn="1"/>
        </p:nvSpPr>
        <p:spPr>
          <a:xfrm>
            <a:off x="0" y="4038600"/>
            <a:ext cx="12192000" cy="609600"/>
          </a:xfrm>
          <a:prstGeom prst="rect">
            <a:avLst/>
          </a:prstGeom>
          <a:solidFill>
            <a:schemeClr val="accent4">
              <a:lumMod val="50000"/>
              <a:alpha val="75000"/>
            </a:schemeClr>
          </a:solidFill>
          <a:ln w="25400" cap="rnd" cmpd="sng" algn="ctr">
            <a:noFill/>
            <a:prstDash val="soli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/>
              <a:t> </a:t>
            </a:r>
          </a:p>
        </p:txBody>
      </p:sp>
      <p:sp>
        <p:nvSpPr>
          <p:cNvPr id="2" name="Rectangle 2"/>
          <p:cNvSpPr>
            <a:spLocks noGrp="1"/>
          </p:cNvSpPr>
          <p:nvPr>
            <p:ph type="ctrTitle"/>
          </p:nvPr>
        </p:nvSpPr>
        <p:spPr>
          <a:xfrm>
            <a:off x="304800" y="4114800"/>
            <a:ext cx="9652000" cy="533400"/>
          </a:xfrm>
          <a:prstGeom prst="rect">
            <a:avLst/>
          </a:prstGeom>
          <a:noFill/>
        </p:spPr>
        <p:txBody>
          <a:bodyPr vert="horz"/>
          <a:lstStyle>
            <a:lvl1pPr algn="l">
              <a:defRPr sz="2400" b="1" cap="all" spc="150" baseline="0">
                <a:solidFill>
                  <a:schemeClr val="bg1"/>
                </a:solidFill>
              </a:defRPr>
            </a:lvl1pPr>
            <a:extLst/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Rectangle 3"/>
          <p:cNvSpPr>
            <a:spLocks noGrp="1"/>
          </p:cNvSpPr>
          <p:nvPr>
            <p:ph type="subTitle" idx="1"/>
          </p:nvPr>
        </p:nvSpPr>
        <p:spPr>
          <a:xfrm>
            <a:off x="304800" y="4706112"/>
            <a:ext cx="9144000" cy="1828800"/>
          </a:xfrm>
          <a:solidFill>
            <a:schemeClr val="bg1"/>
          </a:solidFill>
        </p:spPr>
        <p:txBody>
          <a:bodyPr/>
          <a:lstStyle>
            <a:lvl1pPr marL="0" indent="0" algn="l">
              <a:buNone/>
              <a:defRPr sz="2000" b="1">
                <a:solidFill>
                  <a:schemeClr val="accent4">
                    <a:shade val="50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FE3F39E-4BAF-42FB-8F19-467EBC9E4BF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956800" y="6169773"/>
            <a:ext cx="2153015" cy="5382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41645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7_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487" b="21487"/>
          <a:stretch/>
        </p:blipFill>
        <p:spPr bwMode="auto">
          <a:xfrm>
            <a:off x="0" y="3081"/>
            <a:ext cx="12192000" cy="4646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10"/>
          <p:cNvSpPr/>
          <p:nvPr userDrawn="1"/>
        </p:nvSpPr>
        <p:spPr>
          <a:xfrm>
            <a:off x="0" y="4038600"/>
            <a:ext cx="12192000" cy="609600"/>
          </a:xfrm>
          <a:prstGeom prst="rect">
            <a:avLst/>
          </a:prstGeom>
          <a:solidFill>
            <a:schemeClr val="accent4">
              <a:lumMod val="50000"/>
              <a:alpha val="75000"/>
            </a:schemeClr>
          </a:solidFill>
          <a:ln w="25400" cap="rnd" cmpd="sng" algn="ctr">
            <a:noFill/>
            <a:prstDash val="soli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/>
              <a:t> </a:t>
            </a:r>
          </a:p>
        </p:txBody>
      </p:sp>
      <p:sp>
        <p:nvSpPr>
          <p:cNvPr id="2" name="Rectangle 2"/>
          <p:cNvSpPr>
            <a:spLocks noGrp="1"/>
          </p:cNvSpPr>
          <p:nvPr>
            <p:ph type="ctrTitle"/>
          </p:nvPr>
        </p:nvSpPr>
        <p:spPr>
          <a:xfrm>
            <a:off x="304800" y="4114800"/>
            <a:ext cx="9652000" cy="533400"/>
          </a:xfrm>
          <a:prstGeom prst="rect">
            <a:avLst/>
          </a:prstGeom>
          <a:noFill/>
        </p:spPr>
        <p:txBody>
          <a:bodyPr vert="horz"/>
          <a:lstStyle>
            <a:lvl1pPr algn="l">
              <a:defRPr sz="2400" b="1" cap="all" spc="150" baseline="0">
                <a:solidFill>
                  <a:schemeClr val="bg1"/>
                </a:solidFill>
              </a:defRPr>
            </a:lvl1pPr>
            <a:extLst/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Rectangle 3"/>
          <p:cNvSpPr>
            <a:spLocks noGrp="1"/>
          </p:cNvSpPr>
          <p:nvPr>
            <p:ph type="subTitle" idx="1"/>
          </p:nvPr>
        </p:nvSpPr>
        <p:spPr>
          <a:xfrm>
            <a:off x="304800" y="4706112"/>
            <a:ext cx="9144000" cy="1828800"/>
          </a:xfrm>
          <a:solidFill>
            <a:schemeClr val="bg1"/>
          </a:solidFill>
        </p:spPr>
        <p:txBody>
          <a:bodyPr/>
          <a:lstStyle>
            <a:lvl1pPr marL="0" indent="0" algn="l">
              <a:buNone/>
              <a:defRPr sz="2000" b="1">
                <a:solidFill>
                  <a:schemeClr val="accent4">
                    <a:shade val="50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FE3F39E-4BAF-42FB-8F19-467EBC9E4BF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956800" y="6169773"/>
            <a:ext cx="2153015" cy="5382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23358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8_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416" b="21416"/>
          <a:stretch/>
        </p:blipFill>
        <p:spPr bwMode="auto">
          <a:xfrm>
            <a:off x="0" y="3081"/>
            <a:ext cx="12192000" cy="4646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10"/>
          <p:cNvSpPr/>
          <p:nvPr userDrawn="1"/>
        </p:nvSpPr>
        <p:spPr>
          <a:xfrm>
            <a:off x="0" y="4038600"/>
            <a:ext cx="12192000" cy="609600"/>
          </a:xfrm>
          <a:prstGeom prst="rect">
            <a:avLst/>
          </a:prstGeom>
          <a:solidFill>
            <a:schemeClr val="accent4">
              <a:lumMod val="50000"/>
              <a:alpha val="75000"/>
            </a:schemeClr>
          </a:solidFill>
          <a:ln w="25400" cap="rnd" cmpd="sng" algn="ctr">
            <a:noFill/>
            <a:prstDash val="soli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/>
              <a:t> </a:t>
            </a:r>
          </a:p>
        </p:txBody>
      </p:sp>
      <p:sp>
        <p:nvSpPr>
          <p:cNvPr id="2" name="Rectangle 2"/>
          <p:cNvSpPr>
            <a:spLocks noGrp="1"/>
          </p:cNvSpPr>
          <p:nvPr>
            <p:ph type="ctrTitle"/>
          </p:nvPr>
        </p:nvSpPr>
        <p:spPr>
          <a:xfrm>
            <a:off x="304800" y="4114800"/>
            <a:ext cx="9652000" cy="533400"/>
          </a:xfrm>
          <a:prstGeom prst="rect">
            <a:avLst/>
          </a:prstGeom>
          <a:noFill/>
        </p:spPr>
        <p:txBody>
          <a:bodyPr vert="horz"/>
          <a:lstStyle>
            <a:lvl1pPr algn="l">
              <a:defRPr sz="2400" b="1" cap="all" spc="150" baseline="0">
                <a:solidFill>
                  <a:schemeClr val="bg1"/>
                </a:solidFill>
              </a:defRPr>
            </a:lvl1pPr>
            <a:extLst/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Rectangle 3"/>
          <p:cNvSpPr>
            <a:spLocks noGrp="1"/>
          </p:cNvSpPr>
          <p:nvPr>
            <p:ph type="subTitle" idx="1"/>
          </p:nvPr>
        </p:nvSpPr>
        <p:spPr>
          <a:xfrm>
            <a:off x="304800" y="4706112"/>
            <a:ext cx="9144000" cy="1828800"/>
          </a:xfrm>
          <a:solidFill>
            <a:schemeClr val="bg1"/>
          </a:solidFill>
        </p:spPr>
        <p:txBody>
          <a:bodyPr/>
          <a:lstStyle>
            <a:lvl1pPr marL="0" indent="0" algn="l">
              <a:buNone/>
              <a:defRPr sz="2000" b="1">
                <a:solidFill>
                  <a:schemeClr val="accent4">
                    <a:shade val="50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FE3F39E-4BAF-42FB-8F19-467EBC9E4BF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956800" y="6169773"/>
            <a:ext cx="2153015" cy="5382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54003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9_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/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475" b="34357"/>
          <a:stretch/>
        </p:blipFill>
        <p:spPr bwMode="auto">
          <a:xfrm>
            <a:off x="0" y="3081"/>
            <a:ext cx="12192000" cy="4646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10"/>
          <p:cNvSpPr/>
          <p:nvPr userDrawn="1"/>
        </p:nvSpPr>
        <p:spPr>
          <a:xfrm>
            <a:off x="0" y="4038600"/>
            <a:ext cx="12192000" cy="609600"/>
          </a:xfrm>
          <a:prstGeom prst="rect">
            <a:avLst/>
          </a:prstGeom>
          <a:solidFill>
            <a:schemeClr val="accent4">
              <a:lumMod val="50000"/>
              <a:alpha val="75000"/>
            </a:schemeClr>
          </a:solidFill>
          <a:ln w="25400" cap="rnd" cmpd="sng" algn="ctr">
            <a:noFill/>
            <a:prstDash val="soli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/>
              <a:t> </a:t>
            </a:r>
          </a:p>
        </p:txBody>
      </p:sp>
      <p:sp>
        <p:nvSpPr>
          <p:cNvPr id="2" name="Rectangle 2"/>
          <p:cNvSpPr>
            <a:spLocks noGrp="1"/>
          </p:cNvSpPr>
          <p:nvPr>
            <p:ph type="ctrTitle"/>
          </p:nvPr>
        </p:nvSpPr>
        <p:spPr>
          <a:xfrm>
            <a:off x="304800" y="4114800"/>
            <a:ext cx="9652000" cy="533400"/>
          </a:xfrm>
          <a:prstGeom prst="rect">
            <a:avLst/>
          </a:prstGeom>
          <a:noFill/>
        </p:spPr>
        <p:txBody>
          <a:bodyPr vert="horz"/>
          <a:lstStyle>
            <a:lvl1pPr algn="l">
              <a:defRPr sz="2400" b="1" cap="all" spc="150" baseline="0">
                <a:solidFill>
                  <a:schemeClr val="bg1"/>
                </a:solidFill>
              </a:defRPr>
            </a:lvl1pPr>
            <a:extLst/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Rectangle 3"/>
          <p:cNvSpPr>
            <a:spLocks noGrp="1"/>
          </p:cNvSpPr>
          <p:nvPr>
            <p:ph type="subTitle" idx="1"/>
          </p:nvPr>
        </p:nvSpPr>
        <p:spPr>
          <a:xfrm>
            <a:off x="304800" y="4706112"/>
            <a:ext cx="9144000" cy="1828800"/>
          </a:xfrm>
          <a:solidFill>
            <a:schemeClr val="bg1"/>
          </a:solidFill>
        </p:spPr>
        <p:txBody>
          <a:bodyPr/>
          <a:lstStyle>
            <a:lvl1pPr marL="0" indent="0" algn="l">
              <a:buNone/>
              <a:defRPr sz="2000" b="1">
                <a:solidFill>
                  <a:schemeClr val="accent4">
                    <a:shade val="50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FE3F39E-4BAF-42FB-8F19-467EBC9E4BF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956800" y="6169773"/>
            <a:ext cx="2153015" cy="5382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0799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10_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487" b="21487"/>
          <a:stretch/>
        </p:blipFill>
        <p:spPr bwMode="auto">
          <a:xfrm>
            <a:off x="0" y="3081"/>
            <a:ext cx="12192000" cy="4646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10"/>
          <p:cNvSpPr/>
          <p:nvPr userDrawn="1"/>
        </p:nvSpPr>
        <p:spPr>
          <a:xfrm>
            <a:off x="0" y="4038600"/>
            <a:ext cx="12192000" cy="609600"/>
          </a:xfrm>
          <a:prstGeom prst="rect">
            <a:avLst/>
          </a:prstGeom>
          <a:solidFill>
            <a:schemeClr val="accent4">
              <a:lumMod val="50000"/>
              <a:alpha val="75000"/>
            </a:schemeClr>
          </a:solidFill>
          <a:ln w="25400" cap="rnd" cmpd="sng" algn="ctr">
            <a:noFill/>
            <a:prstDash val="soli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/>
              <a:t> </a:t>
            </a:r>
          </a:p>
        </p:txBody>
      </p:sp>
      <p:sp>
        <p:nvSpPr>
          <p:cNvPr id="2" name="Rectangle 2"/>
          <p:cNvSpPr>
            <a:spLocks noGrp="1"/>
          </p:cNvSpPr>
          <p:nvPr>
            <p:ph type="ctrTitle"/>
          </p:nvPr>
        </p:nvSpPr>
        <p:spPr>
          <a:xfrm>
            <a:off x="304800" y="4114800"/>
            <a:ext cx="9652000" cy="533400"/>
          </a:xfrm>
          <a:prstGeom prst="rect">
            <a:avLst/>
          </a:prstGeom>
          <a:noFill/>
        </p:spPr>
        <p:txBody>
          <a:bodyPr vert="horz"/>
          <a:lstStyle>
            <a:lvl1pPr algn="l">
              <a:defRPr sz="2400" b="1" cap="all" spc="150" baseline="0">
                <a:solidFill>
                  <a:schemeClr val="bg1"/>
                </a:solidFill>
              </a:defRPr>
            </a:lvl1pPr>
            <a:extLst/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Rectangle 3"/>
          <p:cNvSpPr>
            <a:spLocks noGrp="1"/>
          </p:cNvSpPr>
          <p:nvPr>
            <p:ph type="subTitle" idx="1"/>
          </p:nvPr>
        </p:nvSpPr>
        <p:spPr>
          <a:xfrm>
            <a:off x="304800" y="4706112"/>
            <a:ext cx="9144000" cy="1828800"/>
          </a:xfrm>
          <a:solidFill>
            <a:schemeClr val="bg1"/>
          </a:solidFill>
        </p:spPr>
        <p:txBody>
          <a:bodyPr/>
          <a:lstStyle>
            <a:lvl1pPr marL="0" indent="0" algn="l">
              <a:buNone/>
              <a:defRPr sz="2000" b="1">
                <a:solidFill>
                  <a:schemeClr val="accent4">
                    <a:shade val="50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FE3F39E-4BAF-42FB-8F19-467EBC9E4BF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956800" y="6169773"/>
            <a:ext cx="2153015" cy="5382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88012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tangle 37"/>
          <p:cNvSpPr>
            <a:spLocks noGrp="1"/>
          </p:cNvSpPr>
          <p:nvPr>
            <p:ph type="body" sz="quarter" idx="13"/>
          </p:nvPr>
        </p:nvSpPr>
        <p:spPr>
          <a:xfrm>
            <a:off x="414528" y="381000"/>
            <a:ext cx="9847072" cy="228600"/>
          </a:xfrm>
          <a:solidFill>
            <a:schemeClr val="tx2">
              <a:tint val="40000"/>
            </a:schemeClr>
          </a:solidFill>
        </p:spPr>
        <p:txBody>
          <a:bodyPr anchor="ctr"/>
          <a:lstStyle>
            <a:lvl1pPr>
              <a:buFontTx/>
              <a:buNone/>
              <a:defRPr sz="1100"/>
            </a:lvl1pPr>
            <a:extLst/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Rectangle 37"/>
          <p:cNvSpPr>
            <a:spLocks noGrp="1"/>
          </p:cNvSpPr>
          <p:nvPr>
            <p:ph type="body" sz="quarter" idx="15"/>
          </p:nvPr>
        </p:nvSpPr>
        <p:spPr>
          <a:xfrm>
            <a:off x="406400" y="838200"/>
            <a:ext cx="9855200" cy="228600"/>
          </a:xfrm>
          <a:solidFill>
            <a:schemeClr val="tx2">
              <a:tint val="40000"/>
            </a:schemeClr>
          </a:solidFill>
        </p:spPr>
        <p:txBody>
          <a:bodyPr anchor="ctr"/>
          <a:lstStyle>
            <a:lvl1pPr>
              <a:buFontTx/>
              <a:buNone/>
              <a:defRPr sz="1100"/>
            </a:lvl1pPr>
            <a:extLst/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Rectangle 37"/>
          <p:cNvSpPr>
            <a:spLocks noGrp="1"/>
          </p:cNvSpPr>
          <p:nvPr>
            <p:ph type="body" sz="quarter" idx="17"/>
          </p:nvPr>
        </p:nvSpPr>
        <p:spPr>
          <a:xfrm>
            <a:off x="414528" y="1295400"/>
            <a:ext cx="9847072" cy="228600"/>
          </a:xfrm>
          <a:solidFill>
            <a:schemeClr val="tx2">
              <a:tint val="40000"/>
            </a:schemeClr>
          </a:solidFill>
        </p:spPr>
        <p:txBody>
          <a:bodyPr anchor="ctr"/>
          <a:lstStyle>
            <a:lvl1pPr>
              <a:buFontTx/>
              <a:buNone/>
              <a:defRPr sz="1100"/>
            </a:lvl1pPr>
            <a:extLst/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Rectangle 37"/>
          <p:cNvSpPr>
            <a:spLocks noGrp="1"/>
          </p:cNvSpPr>
          <p:nvPr>
            <p:ph type="body" sz="quarter" idx="19"/>
          </p:nvPr>
        </p:nvSpPr>
        <p:spPr>
          <a:xfrm>
            <a:off x="414528" y="1752600"/>
            <a:ext cx="9847072" cy="228600"/>
          </a:xfrm>
          <a:solidFill>
            <a:schemeClr val="tx2">
              <a:tint val="40000"/>
            </a:schemeClr>
          </a:solidFill>
        </p:spPr>
        <p:txBody>
          <a:bodyPr anchor="ctr"/>
          <a:lstStyle>
            <a:lvl1pPr>
              <a:buFontTx/>
              <a:buNone/>
              <a:defRPr sz="1100" baseline="0"/>
            </a:lvl1pPr>
            <a:extLst/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Rectangle 37"/>
          <p:cNvSpPr>
            <a:spLocks noGrp="1"/>
          </p:cNvSpPr>
          <p:nvPr>
            <p:ph type="body" sz="quarter" idx="21"/>
          </p:nvPr>
        </p:nvSpPr>
        <p:spPr>
          <a:xfrm>
            <a:off x="414528" y="2209800"/>
            <a:ext cx="9847072" cy="228600"/>
          </a:xfrm>
          <a:solidFill>
            <a:schemeClr val="tx2">
              <a:tint val="40000"/>
            </a:schemeClr>
          </a:solidFill>
        </p:spPr>
        <p:txBody>
          <a:bodyPr anchor="ctr"/>
          <a:lstStyle>
            <a:lvl1pPr>
              <a:buFontTx/>
              <a:buNone/>
              <a:defRPr sz="1100" baseline="0"/>
            </a:lvl1pPr>
            <a:extLst/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Rectangle 37"/>
          <p:cNvSpPr>
            <a:spLocks noGrp="1"/>
          </p:cNvSpPr>
          <p:nvPr>
            <p:ph type="body" sz="quarter" idx="23"/>
          </p:nvPr>
        </p:nvSpPr>
        <p:spPr>
          <a:xfrm>
            <a:off x="414528" y="2667000"/>
            <a:ext cx="9847072" cy="228600"/>
          </a:xfrm>
          <a:solidFill>
            <a:schemeClr val="tx2">
              <a:tint val="40000"/>
            </a:schemeClr>
          </a:solidFill>
        </p:spPr>
        <p:txBody>
          <a:bodyPr anchor="ctr"/>
          <a:lstStyle>
            <a:lvl1pPr>
              <a:buFontTx/>
              <a:buNone/>
              <a:defRPr sz="1100"/>
            </a:lvl1pPr>
            <a:extLst/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1" name="Rectangle 37"/>
          <p:cNvSpPr>
            <a:spLocks noGrp="1"/>
          </p:cNvSpPr>
          <p:nvPr>
            <p:ph type="body" sz="quarter" idx="25"/>
          </p:nvPr>
        </p:nvSpPr>
        <p:spPr>
          <a:xfrm>
            <a:off x="414528" y="3124200"/>
            <a:ext cx="9847072" cy="228600"/>
          </a:xfrm>
          <a:solidFill>
            <a:schemeClr val="tx2">
              <a:tint val="40000"/>
            </a:schemeClr>
          </a:solidFill>
        </p:spPr>
        <p:txBody>
          <a:bodyPr anchor="ctr"/>
          <a:lstStyle>
            <a:lvl1pPr>
              <a:buFontTx/>
              <a:buNone/>
              <a:defRPr sz="1100"/>
            </a:lvl1pPr>
            <a:extLst/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3" name="Rectangle 37"/>
          <p:cNvSpPr>
            <a:spLocks noGrp="1"/>
          </p:cNvSpPr>
          <p:nvPr>
            <p:ph type="body" sz="quarter" idx="27"/>
          </p:nvPr>
        </p:nvSpPr>
        <p:spPr>
          <a:xfrm>
            <a:off x="414528" y="3581400"/>
            <a:ext cx="9847072" cy="228600"/>
          </a:xfrm>
          <a:solidFill>
            <a:schemeClr val="tx2">
              <a:tint val="40000"/>
            </a:schemeClr>
          </a:solidFill>
        </p:spPr>
        <p:txBody>
          <a:bodyPr anchor="ctr"/>
          <a:lstStyle>
            <a:lvl1pPr>
              <a:buFontTx/>
              <a:buNone/>
              <a:defRPr sz="1100"/>
            </a:lvl1pPr>
            <a:extLst/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5" name="Rectangle 37"/>
          <p:cNvSpPr>
            <a:spLocks noGrp="1"/>
          </p:cNvSpPr>
          <p:nvPr>
            <p:ph type="body" sz="quarter" idx="29"/>
          </p:nvPr>
        </p:nvSpPr>
        <p:spPr>
          <a:xfrm>
            <a:off x="414528" y="4038600"/>
            <a:ext cx="9847072" cy="228600"/>
          </a:xfrm>
          <a:solidFill>
            <a:schemeClr val="tx2">
              <a:tint val="40000"/>
            </a:schemeClr>
          </a:solidFill>
        </p:spPr>
        <p:txBody>
          <a:bodyPr anchor="ctr"/>
          <a:lstStyle>
            <a:lvl1pPr>
              <a:buFontTx/>
              <a:buNone/>
              <a:defRPr sz="1100" baseline="0"/>
            </a:lvl1pPr>
            <a:extLst/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7" name="Rectangle 37"/>
          <p:cNvSpPr>
            <a:spLocks noGrp="1"/>
          </p:cNvSpPr>
          <p:nvPr>
            <p:ph type="body" sz="quarter" idx="31"/>
          </p:nvPr>
        </p:nvSpPr>
        <p:spPr>
          <a:xfrm>
            <a:off x="414528" y="4495800"/>
            <a:ext cx="9847072" cy="228600"/>
          </a:xfrm>
          <a:solidFill>
            <a:schemeClr val="tx2">
              <a:tint val="40000"/>
            </a:schemeClr>
          </a:solidFill>
        </p:spPr>
        <p:txBody>
          <a:bodyPr anchor="ctr"/>
          <a:lstStyle>
            <a:lvl1pPr>
              <a:buFontTx/>
              <a:buNone/>
              <a:defRPr sz="1100"/>
            </a:lvl1pPr>
            <a:extLst/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Rectangle 37"/>
          <p:cNvSpPr>
            <a:spLocks noGrp="1"/>
          </p:cNvSpPr>
          <p:nvPr>
            <p:ph type="body" sz="quarter" idx="33"/>
          </p:nvPr>
        </p:nvSpPr>
        <p:spPr>
          <a:xfrm>
            <a:off x="414528" y="4953000"/>
            <a:ext cx="9847072" cy="228600"/>
          </a:xfrm>
          <a:solidFill>
            <a:schemeClr val="tx2">
              <a:tint val="40000"/>
            </a:schemeClr>
          </a:solidFill>
        </p:spPr>
        <p:txBody>
          <a:bodyPr anchor="ctr"/>
          <a:lstStyle>
            <a:lvl1pPr>
              <a:buFontTx/>
              <a:buNone/>
              <a:defRPr sz="1100"/>
            </a:lvl1pPr>
            <a:extLst/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Rectangle 37"/>
          <p:cNvSpPr>
            <a:spLocks noGrp="1"/>
          </p:cNvSpPr>
          <p:nvPr>
            <p:ph type="body" sz="quarter" idx="35"/>
          </p:nvPr>
        </p:nvSpPr>
        <p:spPr>
          <a:xfrm>
            <a:off x="414528" y="5410200"/>
            <a:ext cx="9847072" cy="228600"/>
          </a:xfrm>
          <a:solidFill>
            <a:schemeClr val="tx2">
              <a:tint val="40000"/>
            </a:schemeClr>
          </a:solidFill>
        </p:spPr>
        <p:txBody>
          <a:bodyPr anchor="ctr"/>
          <a:lstStyle>
            <a:lvl1pPr>
              <a:buFontTx/>
              <a:buNone/>
              <a:defRPr sz="1100"/>
            </a:lvl1pPr>
            <a:extLst/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8" name="Rectangle 37"/>
          <p:cNvSpPr>
            <a:spLocks noGrp="1"/>
          </p:cNvSpPr>
          <p:nvPr>
            <p:ph type="body" sz="quarter" idx="14"/>
          </p:nvPr>
        </p:nvSpPr>
        <p:spPr>
          <a:xfrm>
            <a:off x="10261600" y="381000"/>
            <a:ext cx="914400" cy="228600"/>
          </a:xfrm>
          <a:solidFill>
            <a:schemeClr val="tx2"/>
          </a:solidFill>
        </p:spPr>
        <p:txBody>
          <a:bodyPr anchor="ctr"/>
          <a:lstStyle>
            <a:lvl1pPr algn="r">
              <a:buFontTx/>
              <a:buNone/>
              <a:defRPr sz="1050">
                <a:solidFill>
                  <a:schemeClr val="bg1"/>
                </a:solidFill>
              </a:defRPr>
            </a:lvl1pPr>
            <a:extLst/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Rectangle 37"/>
          <p:cNvSpPr>
            <a:spLocks noGrp="1"/>
          </p:cNvSpPr>
          <p:nvPr>
            <p:ph type="body" sz="quarter" idx="16"/>
          </p:nvPr>
        </p:nvSpPr>
        <p:spPr>
          <a:xfrm>
            <a:off x="10261600" y="838200"/>
            <a:ext cx="914400" cy="228600"/>
          </a:xfrm>
          <a:solidFill>
            <a:schemeClr val="tx2"/>
          </a:solidFill>
        </p:spPr>
        <p:txBody>
          <a:bodyPr anchor="ctr"/>
          <a:lstStyle>
            <a:lvl1pPr algn="r">
              <a:buFontTx/>
              <a:buNone/>
              <a:defRPr sz="1100">
                <a:solidFill>
                  <a:schemeClr val="bg1"/>
                </a:solidFill>
              </a:defRPr>
            </a:lvl1pPr>
            <a:extLst/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Rectangle 37"/>
          <p:cNvSpPr>
            <a:spLocks noGrp="1"/>
          </p:cNvSpPr>
          <p:nvPr>
            <p:ph type="body" sz="quarter" idx="18"/>
          </p:nvPr>
        </p:nvSpPr>
        <p:spPr>
          <a:xfrm>
            <a:off x="10261600" y="1295400"/>
            <a:ext cx="914400" cy="228600"/>
          </a:xfrm>
          <a:solidFill>
            <a:schemeClr val="tx2"/>
          </a:solidFill>
        </p:spPr>
        <p:txBody>
          <a:bodyPr anchor="ctr"/>
          <a:lstStyle>
            <a:lvl1pPr algn="r">
              <a:buFontTx/>
              <a:buNone/>
              <a:defRPr sz="1100">
                <a:solidFill>
                  <a:schemeClr val="bg1"/>
                </a:solidFill>
              </a:defRPr>
            </a:lvl1pPr>
            <a:extLst/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Rectangle 37"/>
          <p:cNvSpPr>
            <a:spLocks noGrp="1"/>
          </p:cNvSpPr>
          <p:nvPr>
            <p:ph type="body" sz="quarter" idx="20"/>
          </p:nvPr>
        </p:nvSpPr>
        <p:spPr>
          <a:xfrm>
            <a:off x="10261600" y="1752600"/>
            <a:ext cx="914400" cy="228600"/>
          </a:xfrm>
          <a:solidFill>
            <a:schemeClr val="tx2"/>
          </a:solidFill>
        </p:spPr>
        <p:txBody>
          <a:bodyPr anchor="ctr"/>
          <a:lstStyle>
            <a:lvl1pPr algn="r">
              <a:buFontTx/>
              <a:buNone/>
              <a:defRPr sz="1100">
                <a:solidFill>
                  <a:schemeClr val="bg1"/>
                </a:solidFill>
              </a:defRPr>
            </a:lvl1pPr>
            <a:extLst/>
          </a:lstStyle>
          <a:p>
            <a:pPr lvl="0"/>
            <a:endParaRPr lang="en-US"/>
          </a:p>
        </p:txBody>
      </p:sp>
      <p:sp>
        <p:nvSpPr>
          <p:cNvPr id="48" name="Rectangle 37"/>
          <p:cNvSpPr>
            <a:spLocks noGrp="1"/>
          </p:cNvSpPr>
          <p:nvPr>
            <p:ph type="body" sz="quarter" idx="22"/>
          </p:nvPr>
        </p:nvSpPr>
        <p:spPr>
          <a:xfrm>
            <a:off x="10261600" y="2209800"/>
            <a:ext cx="914400" cy="228600"/>
          </a:xfrm>
          <a:solidFill>
            <a:schemeClr val="tx2"/>
          </a:solidFill>
        </p:spPr>
        <p:txBody>
          <a:bodyPr anchor="ctr"/>
          <a:lstStyle>
            <a:lvl1pPr algn="r">
              <a:buFontTx/>
              <a:buNone/>
              <a:defRPr sz="1100">
                <a:solidFill>
                  <a:schemeClr val="bg1"/>
                </a:solidFill>
              </a:defRPr>
            </a:lvl1pPr>
            <a:extLst/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0" name="Rectangle 37"/>
          <p:cNvSpPr>
            <a:spLocks noGrp="1"/>
          </p:cNvSpPr>
          <p:nvPr>
            <p:ph type="body" sz="quarter" idx="24"/>
          </p:nvPr>
        </p:nvSpPr>
        <p:spPr>
          <a:xfrm>
            <a:off x="10261600" y="2667000"/>
            <a:ext cx="914400" cy="228600"/>
          </a:xfrm>
          <a:solidFill>
            <a:schemeClr val="tx2"/>
          </a:solidFill>
        </p:spPr>
        <p:txBody>
          <a:bodyPr anchor="ctr"/>
          <a:lstStyle>
            <a:lvl1pPr algn="r">
              <a:buFontTx/>
              <a:buNone/>
              <a:defRPr sz="1100">
                <a:solidFill>
                  <a:schemeClr val="bg1"/>
                </a:solidFill>
              </a:defRPr>
            </a:lvl1pPr>
            <a:extLst/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2" name="Rectangle 37"/>
          <p:cNvSpPr>
            <a:spLocks noGrp="1"/>
          </p:cNvSpPr>
          <p:nvPr>
            <p:ph type="body" sz="quarter" idx="26"/>
          </p:nvPr>
        </p:nvSpPr>
        <p:spPr>
          <a:xfrm>
            <a:off x="10261600" y="3124200"/>
            <a:ext cx="914400" cy="228600"/>
          </a:xfrm>
          <a:solidFill>
            <a:schemeClr val="tx2"/>
          </a:solidFill>
        </p:spPr>
        <p:txBody>
          <a:bodyPr anchor="ctr"/>
          <a:lstStyle>
            <a:lvl1pPr algn="r">
              <a:buFontTx/>
              <a:buNone/>
              <a:defRPr sz="1100">
                <a:solidFill>
                  <a:schemeClr val="bg1"/>
                </a:solidFill>
              </a:defRPr>
            </a:lvl1pPr>
            <a:extLst/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4" name="Rectangle 37"/>
          <p:cNvSpPr>
            <a:spLocks noGrp="1"/>
          </p:cNvSpPr>
          <p:nvPr>
            <p:ph type="body" sz="quarter" idx="28"/>
          </p:nvPr>
        </p:nvSpPr>
        <p:spPr>
          <a:xfrm>
            <a:off x="10261600" y="3581400"/>
            <a:ext cx="914400" cy="228600"/>
          </a:xfrm>
          <a:solidFill>
            <a:schemeClr val="tx2"/>
          </a:solidFill>
        </p:spPr>
        <p:txBody>
          <a:bodyPr anchor="ctr"/>
          <a:lstStyle>
            <a:lvl1pPr algn="r">
              <a:buFontTx/>
              <a:buNone/>
              <a:defRPr sz="1100">
                <a:solidFill>
                  <a:schemeClr val="bg1"/>
                </a:solidFill>
              </a:defRPr>
            </a:lvl1pPr>
            <a:extLst/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6" name="Rectangle 37"/>
          <p:cNvSpPr>
            <a:spLocks noGrp="1"/>
          </p:cNvSpPr>
          <p:nvPr>
            <p:ph type="body" sz="quarter" idx="30"/>
          </p:nvPr>
        </p:nvSpPr>
        <p:spPr>
          <a:xfrm>
            <a:off x="10261600" y="4038600"/>
            <a:ext cx="914400" cy="228600"/>
          </a:xfrm>
          <a:solidFill>
            <a:schemeClr val="tx2"/>
          </a:solidFill>
        </p:spPr>
        <p:txBody>
          <a:bodyPr anchor="ctr"/>
          <a:lstStyle>
            <a:lvl1pPr algn="r">
              <a:buFontTx/>
              <a:buNone/>
              <a:defRPr sz="1100">
                <a:solidFill>
                  <a:schemeClr val="bg1"/>
                </a:solidFill>
              </a:defRPr>
            </a:lvl1pPr>
            <a:extLst/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8" name="Rectangle 37"/>
          <p:cNvSpPr>
            <a:spLocks noGrp="1"/>
          </p:cNvSpPr>
          <p:nvPr>
            <p:ph type="body" sz="quarter" idx="32"/>
          </p:nvPr>
        </p:nvSpPr>
        <p:spPr>
          <a:xfrm>
            <a:off x="10261600" y="4495800"/>
            <a:ext cx="914400" cy="228600"/>
          </a:xfrm>
          <a:solidFill>
            <a:schemeClr val="tx2"/>
          </a:solidFill>
        </p:spPr>
        <p:txBody>
          <a:bodyPr anchor="ctr"/>
          <a:lstStyle>
            <a:lvl1pPr algn="r">
              <a:buFontTx/>
              <a:buNone/>
              <a:defRPr sz="1100">
                <a:solidFill>
                  <a:schemeClr val="bg1"/>
                </a:solidFill>
              </a:defRPr>
            </a:lvl1pPr>
            <a:extLst/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Rectangle 37"/>
          <p:cNvSpPr>
            <a:spLocks noGrp="1"/>
          </p:cNvSpPr>
          <p:nvPr>
            <p:ph type="body" sz="quarter" idx="34"/>
          </p:nvPr>
        </p:nvSpPr>
        <p:spPr>
          <a:xfrm>
            <a:off x="10261600" y="4953000"/>
            <a:ext cx="914400" cy="228600"/>
          </a:xfrm>
          <a:solidFill>
            <a:schemeClr val="tx2"/>
          </a:solidFill>
        </p:spPr>
        <p:txBody>
          <a:bodyPr anchor="ctr"/>
          <a:lstStyle>
            <a:lvl1pPr algn="r">
              <a:buFontTx/>
              <a:buNone/>
              <a:defRPr sz="1100">
                <a:solidFill>
                  <a:schemeClr val="bg1"/>
                </a:solidFill>
              </a:defRPr>
            </a:lvl1pPr>
            <a:extLst/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Rectangle 37"/>
          <p:cNvSpPr>
            <a:spLocks noGrp="1"/>
          </p:cNvSpPr>
          <p:nvPr>
            <p:ph type="body" sz="quarter" idx="36"/>
          </p:nvPr>
        </p:nvSpPr>
        <p:spPr>
          <a:xfrm>
            <a:off x="10261600" y="5410200"/>
            <a:ext cx="914400" cy="228600"/>
          </a:xfrm>
          <a:solidFill>
            <a:schemeClr val="tx2"/>
          </a:solidFill>
        </p:spPr>
        <p:txBody>
          <a:bodyPr anchor="ctr"/>
          <a:lstStyle>
            <a:lvl1pPr algn="r">
              <a:buFontTx/>
              <a:buNone/>
              <a:defRPr sz="1100">
                <a:solidFill>
                  <a:schemeClr val="bg1"/>
                </a:solidFill>
              </a:defRPr>
            </a:lvl1pPr>
            <a:extLst/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Rectangle 37"/>
          <p:cNvSpPr>
            <a:spLocks noGrp="1"/>
          </p:cNvSpPr>
          <p:nvPr>
            <p:ph type="body" sz="quarter" idx="37"/>
          </p:nvPr>
        </p:nvSpPr>
        <p:spPr>
          <a:xfrm>
            <a:off x="414528" y="5867400"/>
            <a:ext cx="9847072" cy="228600"/>
          </a:xfrm>
          <a:solidFill>
            <a:schemeClr val="tx2">
              <a:tint val="40000"/>
            </a:schemeClr>
          </a:solidFill>
        </p:spPr>
        <p:txBody>
          <a:bodyPr anchor="ctr">
            <a:noAutofit/>
          </a:bodyPr>
          <a:lstStyle>
            <a:lvl1pPr>
              <a:buFontTx/>
              <a:buNone/>
              <a:defRPr sz="1100"/>
            </a:lvl1pPr>
            <a:extLst/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Rectangle 37"/>
          <p:cNvSpPr>
            <a:spLocks noGrp="1"/>
          </p:cNvSpPr>
          <p:nvPr>
            <p:ph type="body" sz="quarter" idx="38"/>
          </p:nvPr>
        </p:nvSpPr>
        <p:spPr>
          <a:xfrm>
            <a:off x="10261600" y="5867400"/>
            <a:ext cx="914400" cy="228600"/>
          </a:xfrm>
          <a:solidFill>
            <a:schemeClr val="tx2"/>
          </a:solidFill>
        </p:spPr>
        <p:txBody>
          <a:bodyPr anchor="ctr"/>
          <a:lstStyle>
            <a:lvl1pPr algn="r">
              <a:buFontTx/>
              <a:buNone/>
              <a:defRPr sz="1100">
                <a:solidFill>
                  <a:schemeClr val="bg1"/>
                </a:solidFill>
              </a:defRPr>
            </a:lvl1pPr>
            <a:extLst/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8810004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ing w/single co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8"/>
          <p:cNvSpPr>
            <a:spLocks noGrp="1"/>
          </p:cNvSpPr>
          <p:nvPr>
            <p:ph type="body" sz="quarter" idx="13"/>
          </p:nvPr>
        </p:nvSpPr>
        <p:spPr>
          <a:xfrm>
            <a:off x="406400" y="381000"/>
            <a:ext cx="10769600" cy="228600"/>
          </a:xfrm>
          <a:solidFill>
            <a:schemeClr val="accent6">
              <a:shade val="75000"/>
            </a:schemeClr>
          </a:solidFill>
        </p:spPr>
        <p:txBody>
          <a:bodyPr tIns="0" bIns="0" anchor="t" anchorCtr="0"/>
          <a:lstStyle>
            <a:lvl1pPr marL="0" indent="0">
              <a:spcBef>
                <a:spcPts val="0"/>
              </a:spcBef>
              <a:defRPr sz="1400" b="1" i="0" cap="all" spc="120">
                <a:solidFill>
                  <a:schemeClr val="bg1"/>
                </a:solidFill>
              </a:defRPr>
            </a:lvl1pPr>
            <a:extLst/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4"/>
          </p:nvPr>
        </p:nvSpPr>
        <p:spPr>
          <a:xfrm>
            <a:off x="406400" y="1066800"/>
            <a:ext cx="10769600" cy="5029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65699681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ing w/2c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2"/>
          <p:cNvSpPr>
            <a:spLocks noGrp="1"/>
          </p:cNvSpPr>
          <p:nvPr>
            <p:ph type="body" sz="quarter" idx="14"/>
          </p:nvPr>
        </p:nvSpPr>
        <p:spPr>
          <a:xfrm>
            <a:off x="406400" y="1066800"/>
            <a:ext cx="5181600" cy="5029200"/>
          </a:xfrm>
        </p:spPr>
        <p:txBody>
          <a:bodyPr spcCol="0"/>
          <a:lstStyle>
            <a:lvl1pPr>
              <a:defRPr sz="1400"/>
            </a:lvl1pPr>
            <a:lvl2pPr>
              <a:defRPr>
                <a:solidFill>
                  <a:srgbClr val="000000"/>
                </a:solidFill>
              </a:defRPr>
            </a:lvl2pPr>
            <a:lvl3pPr>
              <a:defRPr>
                <a:solidFill>
                  <a:srgbClr val="000000"/>
                </a:solidFill>
              </a:defRPr>
            </a:lvl3pPr>
            <a:lvl4pPr>
              <a:defRPr>
                <a:solidFill>
                  <a:srgbClr val="000000"/>
                </a:solidFill>
              </a:defRPr>
            </a:lvl4pPr>
            <a:lvl5pPr>
              <a:defRPr>
                <a:solidFill>
                  <a:srgbClr val="00000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2"/>
          <p:cNvSpPr>
            <a:spLocks noGrp="1"/>
          </p:cNvSpPr>
          <p:nvPr>
            <p:ph type="body" sz="quarter" idx="15"/>
          </p:nvPr>
        </p:nvSpPr>
        <p:spPr>
          <a:xfrm>
            <a:off x="5994400" y="1066800"/>
            <a:ext cx="5181600" cy="5029200"/>
          </a:xfrm>
        </p:spPr>
        <p:txBody>
          <a:bodyPr spcCol="0"/>
          <a:lstStyle>
            <a:lvl1pPr>
              <a:defRPr sz="1400"/>
            </a:lvl1pPr>
            <a:lvl2pPr>
              <a:defRPr>
                <a:solidFill>
                  <a:srgbClr val="000000"/>
                </a:solidFill>
              </a:defRPr>
            </a:lvl2pPr>
            <a:lvl3pPr>
              <a:defRPr>
                <a:solidFill>
                  <a:srgbClr val="000000"/>
                </a:solidFill>
              </a:defRPr>
            </a:lvl3pPr>
            <a:lvl4pPr>
              <a:defRPr>
                <a:solidFill>
                  <a:srgbClr val="000000"/>
                </a:solidFill>
              </a:defRPr>
            </a:lvl4pPr>
            <a:lvl5pPr>
              <a:defRPr>
                <a:solidFill>
                  <a:srgbClr val="00000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8"/>
          <p:cNvSpPr>
            <a:spLocks noGrp="1"/>
          </p:cNvSpPr>
          <p:nvPr>
            <p:ph type="body" sz="quarter" idx="16"/>
          </p:nvPr>
        </p:nvSpPr>
        <p:spPr>
          <a:xfrm>
            <a:off x="406400" y="381000"/>
            <a:ext cx="10769600" cy="228600"/>
          </a:xfrm>
          <a:solidFill>
            <a:schemeClr val="accent6">
              <a:shade val="75000"/>
            </a:schemeClr>
          </a:solidFill>
        </p:spPr>
        <p:txBody>
          <a:bodyPr tIns="0" bIns="0" anchor="t" anchorCtr="0"/>
          <a:lstStyle>
            <a:lvl1pPr marL="0" indent="0">
              <a:spcBef>
                <a:spcPts val="0"/>
              </a:spcBef>
              <a:defRPr sz="1400" b="1" i="0" cap="all" spc="120">
                <a:solidFill>
                  <a:schemeClr val="bg1"/>
                </a:solidFill>
              </a:defRPr>
            </a:lvl1pPr>
            <a:extLst/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5684800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sz="quarter" idx="10"/>
          </p:nvPr>
        </p:nvSpPr>
        <p:spPr>
          <a:xfrm>
            <a:off x="406400" y="4343400"/>
            <a:ext cx="10769600" cy="1981200"/>
          </a:xfrm>
        </p:spPr>
        <p:txBody>
          <a:bodyPr numCol="3"/>
          <a:lstStyle>
            <a:lvl1pPr>
              <a:defRPr baseline="0"/>
            </a:lvl1pPr>
            <a:lvl2pPr marL="0" indent="0"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2" name="Picture Placeholder 11"/>
          <p:cNvSpPr>
            <a:spLocks noGrp="1"/>
          </p:cNvSpPr>
          <p:nvPr>
            <p:ph type="pic" sz="quarter" idx="14"/>
          </p:nvPr>
        </p:nvSpPr>
        <p:spPr>
          <a:xfrm>
            <a:off x="406400" y="838200"/>
            <a:ext cx="10769600" cy="320040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Rectangle 8"/>
          <p:cNvSpPr>
            <a:spLocks noGrp="1"/>
          </p:cNvSpPr>
          <p:nvPr>
            <p:ph type="body" sz="quarter" idx="15"/>
          </p:nvPr>
        </p:nvSpPr>
        <p:spPr>
          <a:xfrm>
            <a:off x="406400" y="381000"/>
            <a:ext cx="10769600" cy="228600"/>
          </a:xfrm>
          <a:solidFill>
            <a:schemeClr val="accent6">
              <a:shade val="75000"/>
            </a:schemeClr>
          </a:solidFill>
        </p:spPr>
        <p:txBody>
          <a:bodyPr tIns="0" bIns="0" anchor="t" anchorCtr="0"/>
          <a:lstStyle>
            <a:lvl1pPr marL="0" indent="0">
              <a:spcBef>
                <a:spcPts val="0"/>
              </a:spcBef>
              <a:defRPr sz="1400" b="1" i="0" cap="all" spc="120">
                <a:solidFill>
                  <a:schemeClr val="bg1"/>
                </a:solidFill>
              </a:defRPr>
            </a:lvl1pPr>
            <a:extLst/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4791924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art Placeholder 4"/>
          <p:cNvSpPr>
            <a:spLocks noGrp="1"/>
          </p:cNvSpPr>
          <p:nvPr>
            <p:ph type="chart" sz="quarter" idx="10"/>
          </p:nvPr>
        </p:nvSpPr>
        <p:spPr>
          <a:xfrm>
            <a:off x="914400" y="533400"/>
            <a:ext cx="10160000" cy="5715000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781081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Divid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6">
              <a:shade val="75000"/>
            </a:schemeClr>
          </a:solidFill>
          <a:ln w="25400" cap="rnd" cmpd="sng" algn="ctr">
            <a:noFill/>
            <a:prstDash val="soli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pic>
        <p:nvPicPr>
          <p:cNvPr id="4" name="Picture 7" descr="MasonMRev.png"/>
          <p:cNvPicPr>
            <a:picLocks noChangeAspect="1"/>
          </p:cNvPicPr>
          <p:nvPr userDrawn="1"/>
        </p:nvPicPr>
        <p:blipFill>
          <a:blip r:embed="rId2">
            <a:alphaModFix amt="41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559" t="20023" r="-497" b="5925"/>
          <a:stretch>
            <a:fillRect/>
          </a:stretch>
        </p:blipFill>
        <p:spPr bwMode="auto">
          <a:xfrm>
            <a:off x="0" y="0"/>
            <a:ext cx="13326533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>
                    <a:alpha val="41176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Title 13"/>
          <p:cNvSpPr>
            <a:spLocks noGrp="1"/>
          </p:cNvSpPr>
          <p:nvPr>
            <p:ph type="ctrTitle"/>
          </p:nvPr>
        </p:nvSpPr>
        <p:spPr>
          <a:xfrm>
            <a:off x="304800" y="533400"/>
            <a:ext cx="9652000" cy="533400"/>
          </a:xfrm>
          <a:prstGeom prst="rect">
            <a:avLst/>
          </a:prstGeom>
          <a:noFill/>
        </p:spPr>
        <p:txBody>
          <a:bodyPr vert="horz"/>
          <a:lstStyle>
            <a:lvl1pPr algn="l">
              <a:defRPr sz="2000" b="0" cap="all" spc="150" baseline="0">
                <a:solidFill>
                  <a:schemeClr val="bg1"/>
                </a:solidFill>
              </a:defRPr>
            </a:lvl1pPr>
            <a:extLst/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61880072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Section Divid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6613"/>
          </a:solidFill>
          <a:ln w="25400" cap="rnd" cmpd="sng" algn="ctr">
            <a:noFill/>
            <a:prstDash val="soli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pic>
        <p:nvPicPr>
          <p:cNvPr id="4" name="Picture 7" descr="MasonMRev.png"/>
          <p:cNvPicPr>
            <a:picLocks noChangeAspect="1"/>
          </p:cNvPicPr>
          <p:nvPr userDrawn="1"/>
        </p:nvPicPr>
        <p:blipFill>
          <a:blip r:embed="rId2">
            <a:alphaModFix amt="41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559" t="20023" r="-497" b="5925"/>
          <a:stretch>
            <a:fillRect/>
          </a:stretch>
        </p:blipFill>
        <p:spPr bwMode="auto">
          <a:xfrm>
            <a:off x="0" y="0"/>
            <a:ext cx="13326533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>
                    <a:alpha val="41176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Title 13"/>
          <p:cNvSpPr>
            <a:spLocks noGrp="1"/>
          </p:cNvSpPr>
          <p:nvPr>
            <p:ph type="ctrTitle"/>
          </p:nvPr>
        </p:nvSpPr>
        <p:spPr>
          <a:xfrm>
            <a:off x="304800" y="533400"/>
            <a:ext cx="9652000" cy="533400"/>
          </a:xfrm>
          <a:prstGeom prst="rect">
            <a:avLst/>
          </a:prstGeom>
          <a:noFill/>
          <a:ln>
            <a:noFill/>
          </a:ln>
        </p:spPr>
        <p:txBody>
          <a:bodyPr vert="horz"/>
          <a:lstStyle>
            <a:lvl1pPr algn="l">
              <a:defRPr sz="2000" b="0" cap="all" spc="150" baseline="0">
                <a:solidFill>
                  <a:schemeClr val="bg1"/>
                </a:solidFill>
              </a:defRPr>
            </a:lvl1pPr>
            <a:extLst/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04405470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_Section Divid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DFBD17"/>
          </a:solidFill>
          <a:ln w="25400" cap="rnd" cmpd="sng" algn="ctr">
            <a:noFill/>
            <a:prstDash val="soli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pic>
        <p:nvPicPr>
          <p:cNvPr id="4" name="Picture 7" descr="MasonMRev.png"/>
          <p:cNvPicPr>
            <a:picLocks noChangeAspect="1"/>
          </p:cNvPicPr>
          <p:nvPr userDrawn="1"/>
        </p:nvPicPr>
        <p:blipFill>
          <a:blip r:embed="rId2">
            <a:alphaModFix amt="41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559" t="20023" r="-497" b="5925"/>
          <a:stretch>
            <a:fillRect/>
          </a:stretch>
        </p:blipFill>
        <p:spPr bwMode="auto">
          <a:xfrm>
            <a:off x="0" y="0"/>
            <a:ext cx="13326533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>
                    <a:alpha val="41176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Title 13"/>
          <p:cNvSpPr>
            <a:spLocks noGrp="1"/>
          </p:cNvSpPr>
          <p:nvPr>
            <p:ph type="ctrTitle"/>
          </p:nvPr>
        </p:nvSpPr>
        <p:spPr>
          <a:xfrm>
            <a:off x="304800" y="533400"/>
            <a:ext cx="9652000" cy="533400"/>
          </a:xfrm>
          <a:prstGeom prst="rect">
            <a:avLst/>
          </a:prstGeom>
          <a:noFill/>
          <a:ln>
            <a:noFill/>
          </a:ln>
        </p:spPr>
        <p:txBody>
          <a:bodyPr vert="horz"/>
          <a:lstStyle>
            <a:lvl1pPr algn="l">
              <a:defRPr sz="2000" b="0" cap="all" spc="150" baseline="0">
                <a:solidFill>
                  <a:schemeClr val="bg1">
                    <a:lumMod val="50000"/>
                  </a:schemeClr>
                </a:solidFill>
              </a:defRPr>
            </a:lvl1pPr>
            <a:extLst/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13276593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_Section Divid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50000"/>
            </a:schemeClr>
          </a:solidFill>
          <a:ln w="25400" cap="rnd" cmpd="sng" algn="ctr">
            <a:noFill/>
            <a:prstDash val="soli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pic>
        <p:nvPicPr>
          <p:cNvPr id="4" name="Picture 7" descr="MasonMRev.png"/>
          <p:cNvPicPr>
            <a:picLocks noChangeAspect="1"/>
          </p:cNvPicPr>
          <p:nvPr userDrawn="1"/>
        </p:nvPicPr>
        <p:blipFill>
          <a:blip r:embed="rId2">
            <a:alphaModFix amt="41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559" t="20023" r="-497" b="5925"/>
          <a:stretch>
            <a:fillRect/>
          </a:stretch>
        </p:blipFill>
        <p:spPr bwMode="auto">
          <a:xfrm>
            <a:off x="0" y="0"/>
            <a:ext cx="13326533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>
                    <a:alpha val="41176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Title 13"/>
          <p:cNvSpPr>
            <a:spLocks noGrp="1"/>
          </p:cNvSpPr>
          <p:nvPr>
            <p:ph type="ctrTitle"/>
          </p:nvPr>
        </p:nvSpPr>
        <p:spPr>
          <a:xfrm>
            <a:off x="304800" y="533400"/>
            <a:ext cx="9652000" cy="533400"/>
          </a:xfrm>
          <a:prstGeom prst="rect">
            <a:avLst/>
          </a:prstGeom>
          <a:noFill/>
          <a:ln>
            <a:noFill/>
          </a:ln>
        </p:spPr>
        <p:txBody>
          <a:bodyPr vert="horz"/>
          <a:lstStyle>
            <a:lvl1pPr algn="l">
              <a:defRPr sz="2000" b="0" cap="all" spc="150" baseline="0">
                <a:solidFill>
                  <a:schemeClr val="bg1"/>
                </a:solidFill>
              </a:defRPr>
            </a:lvl1pPr>
            <a:extLst/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28909936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Divid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/>
          </a:solidFill>
          <a:ln w="25400" cap="rnd" cmpd="sng" algn="ctr">
            <a:noFill/>
            <a:prstDash val="soli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pic>
        <p:nvPicPr>
          <p:cNvPr id="4" name="Picture 7" descr="Johnson-Center_Architecural_Detail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7717" y="0"/>
            <a:ext cx="11834283" cy="6858000"/>
          </a:xfrm>
          <a:prstGeom prst="rect">
            <a:avLst/>
          </a:prstGeom>
          <a:solidFill>
            <a:schemeClr val="accent5"/>
          </a:solidFill>
          <a:ln w="25400" cap="rnd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Title 13"/>
          <p:cNvSpPr>
            <a:spLocks noGrp="1"/>
          </p:cNvSpPr>
          <p:nvPr>
            <p:ph type="ctrTitle"/>
          </p:nvPr>
        </p:nvSpPr>
        <p:spPr>
          <a:xfrm>
            <a:off x="304800" y="533400"/>
            <a:ext cx="9652000" cy="533400"/>
          </a:xfrm>
          <a:prstGeom prst="rect">
            <a:avLst/>
          </a:prstGeom>
          <a:noFill/>
        </p:spPr>
        <p:txBody>
          <a:bodyPr vert="horz"/>
          <a:lstStyle>
            <a:lvl1pPr algn="l">
              <a:defRPr sz="2000" b="0" cap="all" spc="150" baseline="0">
                <a:solidFill>
                  <a:schemeClr val="bg1"/>
                </a:solidFill>
              </a:defRPr>
            </a:lvl1pPr>
            <a:extLst/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04673955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0"/>
            <a:ext cx="12192000" cy="6889750"/>
          </a:xfrm>
          <a:prstGeom prst="rect">
            <a:avLst/>
          </a:prstGeom>
          <a:solidFill>
            <a:srgbClr val="DFBD17"/>
          </a:solidFill>
          <a:ln w="25400" cap="rnd" cmpd="sng" algn="ctr">
            <a:noFill/>
            <a:prstDash val="soli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pic>
        <p:nvPicPr>
          <p:cNvPr id="11" name="Picture 10" descr="Bull Run_Architecural_Details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6933"/>
            <a:ext cx="9448800" cy="6935822"/>
          </a:xfrm>
          <a:prstGeom prst="rect">
            <a:avLst/>
          </a:prstGeom>
        </p:spPr>
      </p:pic>
      <p:sp>
        <p:nvSpPr>
          <p:cNvPr id="8" name="Title 13"/>
          <p:cNvSpPr>
            <a:spLocks noGrp="1"/>
          </p:cNvSpPr>
          <p:nvPr>
            <p:ph type="ctrTitle"/>
          </p:nvPr>
        </p:nvSpPr>
        <p:spPr>
          <a:xfrm>
            <a:off x="304800" y="533400"/>
            <a:ext cx="9652000" cy="533400"/>
          </a:xfrm>
          <a:prstGeom prst="rect">
            <a:avLst/>
          </a:prstGeom>
          <a:noFill/>
        </p:spPr>
        <p:txBody>
          <a:bodyPr vert="horz"/>
          <a:lstStyle>
            <a:lvl1pPr algn="l">
              <a:defRPr sz="2000" b="0" cap="all" spc="150" baseline="0">
                <a:solidFill>
                  <a:schemeClr val="bg1"/>
                </a:solidFill>
              </a:defRPr>
            </a:lvl1pPr>
            <a:extLst/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80680927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0"/>
            <a:ext cx="12192000" cy="6889750"/>
          </a:xfrm>
          <a:prstGeom prst="rect">
            <a:avLst/>
          </a:prstGeom>
          <a:solidFill>
            <a:schemeClr val="tx2"/>
          </a:solidFill>
          <a:ln w="25400" cap="rnd" cmpd="sng" algn="ctr">
            <a:noFill/>
            <a:prstDash val="soli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pic>
        <p:nvPicPr>
          <p:cNvPr id="2" name="Picture 1" descr="Founder's Hall_Architecural Details.png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9063"/>
          <a:stretch/>
        </p:blipFill>
        <p:spPr>
          <a:xfrm>
            <a:off x="4978400" y="0"/>
            <a:ext cx="7213600" cy="6890412"/>
          </a:xfrm>
          <a:prstGeom prst="rect">
            <a:avLst/>
          </a:prstGeom>
        </p:spPr>
      </p:pic>
      <p:sp>
        <p:nvSpPr>
          <p:cNvPr id="8" name="Title 13"/>
          <p:cNvSpPr>
            <a:spLocks noGrp="1"/>
          </p:cNvSpPr>
          <p:nvPr>
            <p:ph type="ctrTitle"/>
          </p:nvPr>
        </p:nvSpPr>
        <p:spPr>
          <a:xfrm>
            <a:off x="304800" y="533400"/>
            <a:ext cx="9652000" cy="533400"/>
          </a:xfrm>
          <a:prstGeom prst="rect">
            <a:avLst/>
          </a:prstGeom>
          <a:noFill/>
        </p:spPr>
        <p:txBody>
          <a:bodyPr vert="horz"/>
          <a:lstStyle>
            <a:lvl1pPr algn="l">
              <a:defRPr sz="2000" b="0" cap="all" spc="150" baseline="0">
                <a:solidFill>
                  <a:schemeClr val="bg1"/>
                </a:solidFill>
              </a:defRPr>
            </a:lvl1pPr>
            <a:extLst/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7258650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0"/>
          <p:cNvSpPr/>
          <p:nvPr/>
        </p:nvSpPr>
        <p:spPr>
          <a:xfrm>
            <a:off x="11785600" y="0"/>
            <a:ext cx="406400" cy="6858000"/>
          </a:xfrm>
          <a:prstGeom prst="rect">
            <a:avLst/>
          </a:prstGeom>
          <a:solidFill>
            <a:schemeClr val="tx1"/>
          </a:solidFill>
          <a:ln w="25400" cap="rnd" cmpd="sng" algn="ctr">
            <a:noFill/>
            <a:prstDash val="soli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027" name="Rectangle 3"/>
          <p:cNvSpPr>
            <a:spLocks noGrp="1"/>
          </p:cNvSpPr>
          <p:nvPr>
            <p:ph type="body" idx="1"/>
          </p:nvPr>
        </p:nvSpPr>
        <p:spPr bwMode="auto">
          <a:xfrm>
            <a:off x="508000" y="381000"/>
            <a:ext cx="10668000" cy="5867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0"/>
            <a:ext cx="101600" cy="6858000"/>
          </a:xfrm>
          <a:prstGeom prst="rect">
            <a:avLst/>
          </a:prstGeom>
          <a:solidFill>
            <a:schemeClr val="tx2"/>
          </a:solidFill>
          <a:ln w="25400" cap="rnd" cmpd="sng" algn="ctr">
            <a:noFill/>
            <a:prstDash val="soli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3" name="Rectangle 34"/>
          <p:cNvSpPr txBox="1">
            <a:spLocks/>
          </p:cNvSpPr>
          <p:nvPr/>
        </p:nvSpPr>
        <p:spPr>
          <a:xfrm>
            <a:off x="6197600" y="6477000"/>
            <a:ext cx="4978400" cy="304800"/>
          </a:xfrm>
          <a:prstGeom prst="rect">
            <a:avLst/>
          </a:prstGeom>
        </p:spPr>
        <p:txBody>
          <a:bodyPr rIns="0"/>
          <a:lstStyle>
            <a:lvl1pPr marL="0" algn="l" rtl="0" latinLnBrk="0">
              <a:defRPr sz="900" kern="1200" cap="all" spc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00" kern="0" spc="150">
                <a:solidFill>
                  <a:srgbClr val="000000"/>
                </a:solidFill>
              </a:rPr>
              <a:t>GEORGE MASON UNIVERSITY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4" r:id="rId3"/>
    <p:sldLayoutId id="2147483707" r:id="rId4"/>
    <p:sldLayoutId id="2147483708" r:id="rId5"/>
    <p:sldLayoutId id="2147483729" r:id="rId6"/>
    <p:sldLayoutId id="2147483730" r:id="rId7"/>
    <p:sldLayoutId id="2147483731" r:id="rId8"/>
    <p:sldLayoutId id="2147483732" r:id="rId9"/>
    <p:sldLayoutId id="2147483733" r:id="rId10"/>
    <p:sldLayoutId id="2147483734" r:id="rId11"/>
    <p:sldLayoutId id="2147483709" r:id="rId12"/>
    <p:sldLayoutId id="2147483710" r:id="rId13"/>
    <p:sldLayoutId id="2147483711" r:id="rId14"/>
    <p:sldLayoutId id="2147483714" r:id="rId15"/>
    <p:sldLayoutId id="2147483728" r:id="rId16"/>
    <p:sldLayoutId id="2147483712" r:id="rId17"/>
    <p:sldLayoutId id="2147483725" r:id="rId18"/>
    <p:sldLayoutId id="2147483726" r:id="rId19"/>
    <p:sldLayoutId id="2147483727" r:id="rId20"/>
    <p:sldLayoutId id="2147483713" r:id="rId21"/>
    <p:sldLayoutId id="2147483717" r:id="rId22"/>
    <p:sldLayoutId id="2147483724" r:id="rId23"/>
  </p:sldLayoutIdLst>
  <p:hf sldNum="0"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2400" cap="small">
          <a:solidFill>
            <a:schemeClr val="bg1"/>
          </a:solidFill>
          <a:latin typeface="+mj-lt"/>
          <a:ea typeface="ＭＳ Ｐゴシック" charset="0"/>
          <a:cs typeface="ＭＳ Ｐゴシック" charset="0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400">
          <a:solidFill>
            <a:schemeClr val="bg1"/>
          </a:solidFill>
          <a:latin typeface="Calibri" charset="0"/>
          <a:ea typeface="ＭＳ Ｐゴシック" charset="0"/>
          <a:cs typeface="ＭＳ Ｐゴシック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400">
          <a:solidFill>
            <a:schemeClr val="bg1"/>
          </a:solidFill>
          <a:latin typeface="Calibri" charset="0"/>
          <a:ea typeface="ＭＳ Ｐゴシック" charset="0"/>
          <a:cs typeface="ＭＳ Ｐゴシック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400">
          <a:solidFill>
            <a:schemeClr val="bg1"/>
          </a:solidFill>
          <a:latin typeface="Calibri" charset="0"/>
          <a:ea typeface="ＭＳ Ｐゴシック" charset="0"/>
          <a:cs typeface="ＭＳ Ｐゴシック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400">
          <a:solidFill>
            <a:schemeClr val="bg1"/>
          </a:solidFill>
          <a:latin typeface="Calibri" charset="0"/>
          <a:ea typeface="ＭＳ Ｐゴシック" charset="0"/>
          <a:cs typeface="ＭＳ Ｐゴシック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400">
          <a:solidFill>
            <a:schemeClr val="bg1"/>
          </a:solidFill>
          <a:latin typeface="Calibri" charset="0"/>
          <a:ea typeface="ＭＳ Ｐゴシック" charset="0"/>
          <a:cs typeface="ＭＳ Ｐゴシック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400">
          <a:solidFill>
            <a:schemeClr val="bg1"/>
          </a:solidFill>
          <a:latin typeface="Calibri" charset="0"/>
          <a:ea typeface="ＭＳ Ｐゴシック" charset="0"/>
          <a:cs typeface="ＭＳ Ｐゴシック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400">
          <a:solidFill>
            <a:schemeClr val="bg1"/>
          </a:solidFill>
          <a:latin typeface="Calibri" charset="0"/>
          <a:ea typeface="ＭＳ Ｐゴシック" charset="0"/>
          <a:cs typeface="ＭＳ Ｐゴシック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400">
          <a:solidFill>
            <a:schemeClr val="bg1"/>
          </a:solidFill>
          <a:latin typeface="Calibri" charset="0"/>
          <a:ea typeface="ＭＳ Ｐゴシック" charset="0"/>
          <a:cs typeface="ＭＳ Ｐゴシック" charset="0"/>
        </a:defRPr>
      </a:lvl9pPr>
      <a:extLst/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defRPr sz="1800">
          <a:solidFill>
            <a:schemeClr val="tx1"/>
          </a:solidFill>
          <a:latin typeface="+mn-lt"/>
          <a:ea typeface="ＭＳ Ｐゴシック" charset="0"/>
          <a:cs typeface="ＭＳ Ｐゴシック" charset="0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defRPr sz="1400">
          <a:solidFill>
            <a:srgbClr val="000000"/>
          </a:solidFill>
          <a:latin typeface="+mn-lt"/>
          <a:ea typeface="ＭＳ Ｐゴシック" charset="0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defRPr sz="1400">
          <a:solidFill>
            <a:srgbClr val="000000"/>
          </a:solidFill>
          <a:latin typeface="+mn-lt"/>
          <a:ea typeface="ＭＳ Ｐゴシック" charset="0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defRPr sz="1100">
          <a:solidFill>
            <a:srgbClr val="000000"/>
          </a:solidFill>
          <a:latin typeface="+mn-lt"/>
          <a:ea typeface="ＭＳ Ｐゴシック" charset="0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defRPr sz="1100">
          <a:solidFill>
            <a:srgbClr val="000000"/>
          </a:solidFill>
          <a:latin typeface="+mn-lt"/>
          <a:ea typeface="ＭＳ Ｐゴシック" charset="0"/>
          <a:cs typeface="+mn-cs"/>
        </a:defRPr>
      </a:lvl5pPr>
      <a:lvl6pPr marL="2514600" indent="-228600" algn="l" rtl="0" eaLnBrk="1" latinLnBrk="0" hangingPunct="1">
        <a:spcBef>
          <a:spcPct val="20000"/>
        </a:spcBef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rtl="0" eaLnBrk="1" latinLnBrk="0" hangingPunct="1">
        <a:spcBef>
          <a:spcPct val="20000"/>
        </a:spcBef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rtl="0" eaLnBrk="1" latinLnBrk="0" hangingPunct="1">
        <a:spcBef>
          <a:spcPct val="20000"/>
        </a:spcBef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rtl="0" eaLnBrk="1" latinLnBrk="0" hangingPunct="1">
        <a:spcBef>
          <a:spcPct val="20000"/>
        </a:spcBef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hangingPunct="1">
        <a:defRPr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hangingPunct="1">
        <a:defRPr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hangingPunct="1">
        <a:defRPr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hangingPunct="1">
        <a:defRPr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hangingPunct="1">
        <a:defRPr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hangingPunct="1">
        <a:defRPr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hangingPunct="1">
        <a:defRPr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hangingPunct="1">
        <a:defRPr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hangingPunct="1">
        <a:defRPr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3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13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4800" y="4114800"/>
            <a:ext cx="11430000" cy="533400"/>
          </a:xfrm>
        </p:spPr>
        <p:txBody>
          <a:bodyPr/>
          <a:lstStyle/>
          <a:p>
            <a:r>
              <a:rPr lang="en-US" sz="2400"/>
              <a:t>Sprint 1 Status Update (Final)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04800" y="4706112"/>
            <a:ext cx="9144000" cy="1828800"/>
          </a:xfrm>
        </p:spPr>
        <p:txBody>
          <a:bodyPr>
            <a:noAutofit/>
          </a:bodyPr>
          <a:lstStyle/>
          <a:p>
            <a:r>
              <a:rPr lang="en-US" sz="2400">
                <a:ea typeface="ＭＳ Ｐゴシック"/>
              </a:rPr>
              <a:t>Team Name – ClimateGPT Nexus</a:t>
            </a:r>
            <a:br>
              <a:rPr lang="en-US"/>
            </a:br>
            <a:endParaRPr lang="en-US"/>
          </a:p>
          <a:p>
            <a:r>
              <a:rPr lang="en-US">
                <a:ea typeface="ＭＳ Ｐゴシック"/>
              </a:rPr>
              <a:t>Monday, September 15, 2025</a:t>
            </a:r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12433894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FF32130-3788-4233-9FBE-B6225D54E66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26856" y="419100"/>
            <a:ext cx="10769600" cy="228600"/>
          </a:xfrm>
        </p:spPr>
        <p:txBody>
          <a:bodyPr/>
          <a:lstStyle/>
          <a:p>
            <a:r>
              <a:rPr lang="en-US"/>
              <a:t>team Members</a:t>
            </a:r>
          </a:p>
          <a:p>
            <a:endParaRPr lang="en-US"/>
          </a:p>
        </p:txBody>
      </p:sp>
      <p:graphicFrame>
        <p:nvGraphicFramePr>
          <p:cNvPr id="44" name="Diagram 43">
            <a:extLst>
              <a:ext uri="{FF2B5EF4-FFF2-40B4-BE49-F238E27FC236}">
                <a16:creationId xmlns:a16="http://schemas.microsoft.com/office/drawing/2014/main" id="{144A252E-DAE9-41FE-8421-DB22E3BAF0E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47249434"/>
              </p:ext>
            </p:extLst>
          </p:nvPr>
        </p:nvGraphicFramePr>
        <p:xfrm>
          <a:off x="1773056" y="999654"/>
          <a:ext cx="8077200" cy="533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2467925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D2C42BB-A307-4C54-9DE5-FA4F7C75A30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06400" y="765763"/>
            <a:ext cx="5600461" cy="2103497"/>
          </a:xfrm>
        </p:spPr>
        <p:txBody>
          <a:bodyPr/>
          <a:lstStyle/>
          <a:p>
            <a:r>
              <a:rPr lang="en-US" b="1">
                <a:solidFill>
                  <a:srgbClr val="0070C0"/>
                </a:solidFill>
                <a:ea typeface="ＭＳ Ｐゴシック"/>
              </a:rPr>
              <a:t>Problem Context: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>
                <a:solidFill>
                  <a:srgbClr val="0070C0"/>
                </a:solidFill>
                <a:ea typeface="ＭＳ Ｐゴシック"/>
              </a:rPr>
              <a:t>Domain of problem: </a:t>
            </a:r>
            <a:r>
              <a:rPr lang="en-US">
                <a:solidFill>
                  <a:srgbClr val="116020"/>
                </a:solidFill>
                <a:ea typeface="ＭＳ Ｐゴシック"/>
              </a:rPr>
              <a:t>Climate Analytics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>
                <a:solidFill>
                  <a:srgbClr val="0070C0"/>
                </a:solidFill>
                <a:ea typeface="ＭＳ Ｐゴシック"/>
              </a:rPr>
              <a:t>Importance of problem: </a:t>
            </a:r>
            <a:r>
              <a:rPr lang="en-US">
                <a:ea typeface="Calibri"/>
                <a:cs typeface="Calibri"/>
              </a:rPr>
              <a:t>Climate change threatens communities, economies, and ecosystems worldwide, demanding immediate action. Without reliable and accessible climate data, decision-makers struggle to respond quickly and effectively, making data-driven tools essential for sustainable solutions.</a:t>
            </a:r>
            <a:endParaRPr lang="en-US">
              <a:solidFill>
                <a:srgbClr val="000000"/>
              </a:solidFill>
              <a:ea typeface="Calibri"/>
              <a:cs typeface="Calibri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>
              <a:ea typeface="ＭＳ Ｐゴシック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03DE14-BD21-459E-911A-F0A4F0ACA94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185140" y="940279"/>
            <a:ext cx="4990860" cy="5011692"/>
          </a:xfrm>
        </p:spPr>
        <p:txBody>
          <a:bodyPr/>
          <a:lstStyle/>
          <a:p>
            <a:pPr marL="0" indent="0" algn="just"/>
            <a:r>
              <a:rPr lang="en-US" b="1">
                <a:solidFill>
                  <a:srgbClr val="00B050"/>
                </a:solidFill>
                <a:ea typeface="ＭＳ Ｐゴシック"/>
              </a:rPr>
              <a:t>Problem Statement: </a:t>
            </a:r>
          </a:p>
          <a:p>
            <a:pPr marL="0" indent="0" algn="just"/>
            <a:r>
              <a:rPr lang="en-US">
                <a:solidFill>
                  <a:srgbClr val="116020"/>
                </a:solidFill>
                <a:ea typeface="Calibri"/>
                <a:cs typeface="Calibri"/>
              </a:rPr>
              <a:t>Current large language models (LLMs), including </a:t>
            </a:r>
            <a:r>
              <a:rPr lang="en-US" err="1">
                <a:solidFill>
                  <a:srgbClr val="116020"/>
                </a:solidFill>
                <a:ea typeface="Calibri"/>
                <a:cs typeface="Calibri"/>
              </a:rPr>
              <a:t>ClimateGPT</a:t>
            </a:r>
            <a:r>
              <a:rPr lang="en-US">
                <a:solidFill>
                  <a:srgbClr val="116020"/>
                </a:solidFill>
                <a:ea typeface="Calibri"/>
                <a:cs typeface="Calibri"/>
              </a:rPr>
              <a:t>, face critical limitations in supporting climate-related decision-making:</a:t>
            </a:r>
          </a:p>
          <a:p>
            <a:pPr marL="685800" lvl="1" algn="just">
              <a:buFont typeface="Courier New,monospace"/>
              <a:buChar char="o"/>
            </a:pPr>
            <a:r>
              <a:rPr lang="en-US" b="1">
                <a:solidFill>
                  <a:schemeClr val="tx1"/>
                </a:solidFill>
                <a:ea typeface="Calibri"/>
                <a:cs typeface="Calibri"/>
              </a:rPr>
              <a:t>Lack of Data Integration</a:t>
            </a:r>
            <a:r>
              <a:rPr lang="en-US">
                <a:solidFill>
                  <a:schemeClr val="tx1"/>
                </a:solidFill>
                <a:ea typeface="Calibri"/>
                <a:cs typeface="Calibri"/>
              </a:rPr>
              <a:t>: They rely on static training corpora and cannot directly access structured, curated, and real-time climate data.</a:t>
            </a:r>
          </a:p>
          <a:p>
            <a:pPr marL="685800" lvl="1" algn="just">
              <a:buFont typeface="Courier New,monospace"/>
              <a:buChar char="o"/>
            </a:pPr>
            <a:r>
              <a:rPr lang="en-US" b="1">
                <a:solidFill>
                  <a:schemeClr val="tx1"/>
                </a:solidFill>
                <a:ea typeface="Calibri"/>
                <a:cs typeface="Calibri"/>
              </a:rPr>
              <a:t>Fragmented Information</a:t>
            </a:r>
            <a:r>
              <a:rPr lang="en-US">
                <a:solidFill>
                  <a:schemeClr val="tx1"/>
                </a:solidFill>
                <a:ea typeface="Calibri"/>
                <a:cs typeface="Calibri"/>
              </a:rPr>
              <a:t>: Climate-relevant datasets(hazard projections, emissions inventories, renewable adoption, socio-environmental metrics) are dispersed and misaligned.</a:t>
            </a:r>
          </a:p>
          <a:p>
            <a:pPr marL="685800" lvl="1" algn="just">
              <a:buFont typeface="Courier New,monospace"/>
              <a:buChar char="o"/>
            </a:pPr>
            <a:r>
              <a:rPr lang="en-US" b="1">
                <a:solidFill>
                  <a:schemeClr val="tx1"/>
                </a:solidFill>
                <a:ea typeface="Calibri"/>
                <a:cs typeface="Calibri"/>
              </a:rPr>
              <a:t>Generalized Outputs</a:t>
            </a:r>
            <a:r>
              <a:rPr lang="en-US">
                <a:solidFill>
                  <a:schemeClr val="tx1"/>
                </a:solidFill>
                <a:ea typeface="Calibri"/>
                <a:cs typeface="Calibri"/>
              </a:rPr>
              <a:t>: Responses often lack quantitative grounding, are incomplete, and biased toward Global North contexts.</a:t>
            </a:r>
          </a:p>
          <a:p>
            <a:pPr marL="685800" lvl="1" algn="just">
              <a:buFont typeface="Courier New,monospace"/>
              <a:buChar char="o"/>
            </a:pPr>
            <a:r>
              <a:rPr lang="en-US" b="1">
                <a:solidFill>
                  <a:schemeClr val="tx1"/>
                </a:solidFill>
                <a:ea typeface="Calibri"/>
                <a:cs typeface="Calibri"/>
              </a:rPr>
              <a:t>Policy &amp; Research Gap</a:t>
            </a:r>
            <a:r>
              <a:rPr lang="en-US">
                <a:solidFill>
                  <a:schemeClr val="tx1"/>
                </a:solidFill>
                <a:ea typeface="Calibri"/>
                <a:cs typeface="Calibri"/>
              </a:rPr>
              <a:t>: Without clean, standardized, and region-specific data streams, LLM outputs remain insufficient for evidence-based policy, research, and adaptation planning.</a:t>
            </a:r>
          </a:p>
          <a:p>
            <a:pPr indent="0" algn="just"/>
            <a:r>
              <a:rPr lang="en-US" b="1">
                <a:solidFill>
                  <a:srgbClr val="116020"/>
                </a:solidFill>
                <a:ea typeface="Calibri"/>
                <a:cs typeface="Calibri"/>
              </a:rPr>
              <a:t>→ The challenge: Bridging advanced language modeling with real-time curated climate data to deliver accurate, equitable, and actionable insights.</a:t>
            </a:r>
            <a:endParaRPr lang="en-US">
              <a:solidFill>
                <a:srgbClr val="116020"/>
              </a:solidFill>
              <a:ea typeface="Calibri"/>
              <a:cs typeface="Calibri"/>
            </a:endParaRPr>
          </a:p>
          <a:p>
            <a:endParaRPr lang="en-US" b="1">
              <a:solidFill>
                <a:srgbClr val="00B050"/>
              </a:solidFill>
              <a:ea typeface="ＭＳ Ｐゴシック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954537F-92F0-4874-B3FA-4493EC272D6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/>
              <a:t>problem statement</a:t>
            </a:r>
          </a:p>
        </p:txBody>
      </p:sp>
      <p:pic>
        <p:nvPicPr>
          <p:cNvPr id="6" name="Picture 5" descr="A tree with apples on top of it&#10;&#10;AI-generated content may be incorrect.">
            <a:extLst>
              <a:ext uri="{FF2B5EF4-FFF2-40B4-BE49-F238E27FC236}">
                <a16:creationId xmlns:a16="http://schemas.microsoft.com/office/drawing/2014/main" id="{22E1AAEA-0E6B-EE5C-072C-CD98636038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400" y="3025423"/>
            <a:ext cx="5600461" cy="29265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50816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E83F9B6-28BB-4FFE-967C-D8B2922D199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/>
              <a:t>Datasets</a:t>
            </a:r>
          </a:p>
        </p:txBody>
      </p:sp>
      <p:graphicFrame>
        <p:nvGraphicFramePr>
          <p:cNvPr id="32" name="Diagram 31">
            <a:extLst>
              <a:ext uri="{FF2B5EF4-FFF2-40B4-BE49-F238E27FC236}">
                <a16:creationId xmlns:a16="http://schemas.microsoft.com/office/drawing/2014/main" id="{36E0BEA4-C138-B58B-DDEF-CF1D116504F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8264312"/>
              </p:ext>
            </p:extLst>
          </p:nvPr>
        </p:nvGraphicFramePr>
        <p:xfrm>
          <a:off x="406400" y="2061172"/>
          <a:ext cx="10769600" cy="38507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9" name="Text Placeholder 23">
            <a:extLst>
              <a:ext uri="{FF2B5EF4-FFF2-40B4-BE49-F238E27FC236}">
                <a16:creationId xmlns:a16="http://schemas.microsoft.com/office/drawing/2014/main" id="{1D85CC38-170D-9AD3-B964-C90A9CB62318}"/>
              </a:ext>
            </a:extLst>
          </p:cNvPr>
          <p:cNvSpPr txBox="1">
            <a:spLocks/>
          </p:cNvSpPr>
          <p:nvPr/>
        </p:nvSpPr>
        <p:spPr bwMode="auto">
          <a:xfrm>
            <a:off x="406400" y="733330"/>
            <a:ext cx="10769600" cy="1204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defRPr sz="1800">
                <a:solidFill>
                  <a:schemeClr val="tx1"/>
                </a:solidFill>
                <a:latin typeface="+mn-lt"/>
                <a:ea typeface="ＭＳ Ｐゴシック" charset="0"/>
                <a:cs typeface="ＭＳ Ｐゴシック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+mn-lt"/>
                <a:ea typeface="ＭＳ Ｐゴシック" charset="0"/>
                <a:cs typeface="+mn-cs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+mn-lt"/>
                <a:ea typeface="ＭＳ Ｐゴシック" charset="0"/>
                <a:cs typeface="+mn-cs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defRPr sz="1100">
                <a:solidFill>
                  <a:srgbClr val="000000"/>
                </a:solidFill>
                <a:latin typeface="+mn-lt"/>
                <a:ea typeface="ＭＳ Ｐゴシック" charset="0"/>
                <a:cs typeface="+mn-cs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defRPr sz="1100">
                <a:solidFill>
                  <a:srgbClr val="000000"/>
                </a:solidFill>
                <a:latin typeface="+mn-lt"/>
                <a:ea typeface="ＭＳ Ｐゴシック" charset="0"/>
                <a:cs typeface="+mn-cs"/>
              </a:defRPr>
            </a:lvl5pPr>
            <a:lvl6pPr marL="2514600" indent="-228600" algn="l" rtl="0" eaLnBrk="1" latinLnBrk="0" hangingPunct="1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rtl="0" eaLnBrk="1" latinLnBrk="0" hangingPunct="1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rtl="0" eaLnBrk="1" latinLnBrk="0" hangingPunct="1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rtl="0" eaLnBrk="1" latinLnBrk="0" hangingPunct="1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r>
              <a:rPr lang="en-US" sz="1400"/>
              <a:t>The Global Forest-carbon dataset tracks tree cover loss, primary forest loss in tropics and carbon emissions/removals across multiple countries.​</a:t>
            </a:r>
          </a:p>
          <a:p>
            <a:pPr marL="687388" indent="-225425">
              <a:buFont typeface="Arial" panose="020B0604020202020204" pitchFamily="34" charset="0"/>
              <a:buChar char="•"/>
            </a:pPr>
            <a:r>
              <a:rPr lang="en-US" sz="1400" b="1"/>
              <a:t> Dataset Owner:</a:t>
            </a:r>
            <a:r>
              <a:rPr lang="en-US" sz="1400"/>
              <a:t> World Resources Institute (Global Forest Watch)​</a:t>
            </a:r>
          </a:p>
          <a:p>
            <a:pPr marL="687388" indent="-225425">
              <a:buFont typeface="Arial" panose="020B0604020202020204" pitchFamily="34" charset="0"/>
              <a:buChar char="•"/>
            </a:pPr>
            <a:r>
              <a:rPr lang="en-US" sz="1400" b="1"/>
              <a:t> Dataset Type:</a:t>
            </a:r>
            <a:r>
              <a:rPr lang="en-US" sz="1400"/>
              <a:t> Open source​</a:t>
            </a:r>
          </a:p>
          <a:p>
            <a:pPr marL="687388" indent="-225425">
              <a:buFont typeface="Arial" panose="020B0604020202020204" pitchFamily="34" charset="0"/>
              <a:buChar char="•"/>
            </a:pPr>
            <a:r>
              <a:rPr lang="en-US" sz="1400" b="1"/>
              <a:t> Dataset Size:</a:t>
            </a:r>
            <a:r>
              <a:rPr lang="en-US" sz="1400"/>
              <a:t> ~7 MB ​</a:t>
            </a:r>
          </a:p>
        </p:txBody>
      </p:sp>
    </p:spTree>
    <p:extLst>
      <p:ext uri="{BB962C8B-B14F-4D97-AF65-F5344CB8AC3E}">
        <p14:creationId xmlns:p14="http://schemas.microsoft.com/office/powerpoint/2010/main" val="26364121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AE48604-943E-44E8-9EE7-C7C4463C36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/>
              <a:t>Potential Analytics/algorithms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14856051-2C4F-7AB5-5A6B-8A54944D5A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1229339"/>
              </p:ext>
            </p:extLst>
          </p:nvPr>
        </p:nvGraphicFramePr>
        <p:xfrm>
          <a:off x="404166" y="870149"/>
          <a:ext cx="10725149" cy="5467350"/>
        </p:xfrm>
        <a:graphic>
          <a:graphicData uri="http://schemas.openxmlformats.org/drawingml/2006/table">
            <a:tbl>
              <a:tblPr bandRow="1">
                <a:tableStyleId>{E8B1032C-EA38-4F05-BA0D-38AFFFC7BED3}</a:tableStyleId>
              </a:tblPr>
              <a:tblGrid>
                <a:gridCol w="2200425">
                  <a:extLst>
                    <a:ext uri="{9D8B030D-6E8A-4147-A177-3AD203B41FA5}">
                      <a16:colId xmlns:a16="http://schemas.microsoft.com/office/drawing/2014/main" val="2243445385"/>
                    </a:ext>
                  </a:extLst>
                </a:gridCol>
                <a:gridCol w="1985516">
                  <a:extLst>
                    <a:ext uri="{9D8B030D-6E8A-4147-A177-3AD203B41FA5}">
                      <a16:colId xmlns:a16="http://schemas.microsoft.com/office/drawing/2014/main" val="3619148881"/>
                    </a:ext>
                  </a:extLst>
                </a:gridCol>
                <a:gridCol w="2138358">
                  <a:extLst>
                    <a:ext uri="{9D8B030D-6E8A-4147-A177-3AD203B41FA5}">
                      <a16:colId xmlns:a16="http://schemas.microsoft.com/office/drawing/2014/main" val="409921217"/>
                    </a:ext>
                  </a:extLst>
                </a:gridCol>
                <a:gridCol w="2200425">
                  <a:extLst>
                    <a:ext uri="{9D8B030D-6E8A-4147-A177-3AD203B41FA5}">
                      <a16:colId xmlns:a16="http://schemas.microsoft.com/office/drawing/2014/main" val="2313949980"/>
                    </a:ext>
                  </a:extLst>
                </a:gridCol>
                <a:gridCol w="2200425">
                  <a:extLst>
                    <a:ext uri="{9D8B030D-6E8A-4147-A177-3AD203B41FA5}">
                      <a16:colId xmlns:a16="http://schemas.microsoft.com/office/drawing/2014/main" val="2598630829"/>
                    </a:ext>
                  </a:extLst>
                </a:gridCol>
              </a:tblGrid>
              <a:tr h="1028700">
                <a:tc>
                  <a:txBody>
                    <a:bodyPr/>
                    <a:lstStyle/>
                    <a:p>
                      <a:pPr fontAlgn="base">
                        <a:lnSpc>
                          <a:spcPct val="100000"/>
                        </a:lnSpc>
                        <a:buNone/>
                      </a:pPr>
                      <a:r>
                        <a:rPr lang="en-US" sz="1800" b="1">
                          <a:solidFill>
                            <a:srgbClr val="116020"/>
                          </a:solidFill>
                          <a:effectLst/>
                        </a:rPr>
                        <a:t>Query / Use Case</a:t>
                      </a:r>
                      <a:endParaRPr lang="en-US" sz="1800">
                        <a:solidFill>
                          <a:srgbClr val="116020"/>
                        </a:solidFill>
                        <a:effectLst/>
                        <a:latin typeface="Calibr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>
                        <a:lnSpc>
                          <a:spcPct val="100000"/>
                        </a:lnSpc>
                        <a:buNone/>
                      </a:pPr>
                      <a:r>
                        <a:rPr lang="en-US" sz="1800" b="1">
                          <a:solidFill>
                            <a:srgbClr val="116020"/>
                          </a:solidFill>
                          <a:effectLst/>
                        </a:rPr>
                        <a:t>Datasets Required</a:t>
                      </a:r>
                      <a:endParaRPr lang="en-US" sz="1800" b="1">
                        <a:solidFill>
                          <a:srgbClr val="116020"/>
                        </a:solidFill>
                        <a:effectLst/>
                        <a:latin typeface="Calibr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>
                        <a:lnSpc>
                          <a:spcPct val="100000"/>
                        </a:lnSpc>
                        <a:buNone/>
                      </a:pPr>
                      <a:r>
                        <a:rPr lang="en-US" sz="1800" b="1"/>
                        <a:t>Computer Resources Required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00000"/>
                        </a:lnSpc>
                        <a:buNone/>
                      </a:pPr>
                      <a:r>
                        <a:rPr lang="en-US" sz="1800" b="1">
                          <a:solidFill>
                            <a:srgbClr val="116020"/>
                          </a:solidFill>
                          <a:effectLst/>
                        </a:rPr>
                        <a:t>Processing / Retrieval</a:t>
                      </a:r>
                      <a:endParaRPr lang="en-US" sz="1800">
                        <a:solidFill>
                          <a:srgbClr val="116020"/>
                        </a:solidFill>
                        <a:effectLst/>
                        <a:latin typeface="Calibr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00000"/>
                        </a:lnSpc>
                        <a:buNone/>
                      </a:pPr>
                      <a:r>
                        <a:rPr lang="en-US" sz="1800" b="1">
                          <a:solidFill>
                            <a:srgbClr val="116020"/>
                          </a:solidFill>
                          <a:effectLst/>
                        </a:rPr>
                        <a:t>Output / Value</a:t>
                      </a:r>
                      <a:endParaRPr lang="en-US" sz="1800">
                        <a:solidFill>
                          <a:srgbClr val="116020"/>
                        </a:solidFill>
                        <a:effectLst/>
                        <a:latin typeface="Calibri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08108766"/>
                  </a:ext>
                </a:extLst>
              </a:tr>
              <a:tr h="1171575">
                <a:tc>
                  <a:txBody>
                    <a:bodyPr/>
                    <a:lstStyle/>
                    <a:p>
                      <a:pPr fontAlgn="base">
                        <a:lnSpc>
                          <a:spcPct val="100000"/>
                        </a:lnSpc>
                        <a:buNone/>
                      </a:pPr>
                      <a:r>
                        <a:rPr lang="en-US" sz="1400">
                          <a:solidFill>
                            <a:srgbClr val="116020"/>
                          </a:solidFill>
                          <a:effectLst/>
                        </a:rPr>
                        <a:t>Retrieve carbon emissions of a country for a given year</a:t>
                      </a:r>
                      <a:endParaRPr lang="en-US" sz="1400">
                        <a:solidFill>
                          <a:srgbClr val="116020"/>
                        </a:solidFill>
                        <a:effectLst/>
                        <a:latin typeface="Calibr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>
                        <a:lnSpc>
                          <a:spcPct val="100000"/>
                        </a:lnSpc>
                        <a:buNone/>
                      </a:pPr>
                      <a:r>
                        <a:rPr lang="en-US" sz="1400">
                          <a:solidFill>
                            <a:srgbClr val="116020"/>
                          </a:solidFill>
                          <a:effectLst/>
                        </a:rPr>
                        <a:t>Country Carbon Data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>
                        <a:lnSpc>
                          <a:spcPct val="100000"/>
                        </a:lnSpc>
                        <a:buNone/>
                      </a:pPr>
                      <a:r>
                        <a:rPr lang="en-US" sz="1400"/>
                        <a:t>Laptop/CPU; low memory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00000"/>
                        </a:lnSpc>
                        <a:buNone/>
                      </a:pPr>
                      <a:r>
                        <a:rPr lang="en-US" sz="1400">
                          <a:solidFill>
                            <a:srgbClr val="116020"/>
                          </a:solidFill>
                          <a:effectLst/>
                        </a:rPr>
                        <a:t>MCP retrieves exact numeric value</a:t>
                      </a:r>
                      <a:endParaRPr lang="en-US" sz="1400">
                        <a:solidFill>
                          <a:srgbClr val="116020"/>
                        </a:solidFill>
                        <a:effectLst/>
                        <a:latin typeface="Calibr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00000"/>
                        </a:lnSpc>
                        <a:buNone/>
                      </a:pPr>
                      <a:r>
                        <a:rPr lang="en-US" sz="1400">
                          <a:solidFill>
                            <a:srgbClr val="116020"/>
                          </a:solidFill>
                          <a:effectLst/>
                        </a:rPr>
                        <a:t>Year-specific carbon emission value</a:t>
                      </a:r>
                      <a:endParaRPr lang="en-US" sz="1400">
                        <a:solidFill>
                          <a:srgbClr val="116020"/>
                        </a:solidFill>
                        <a:effectLst/>
                        <a:latin typeface="Calibri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56547918"/>
                  </a:ext>
                </a:extLst>
              </a:tr>
              <a:tr h="828675">
                <a:tc>
                  <a:txBody>
                    <a:bodyPr/>
                    <a:lstStyle/>
                    <a:p>
                      <a:pPr fontAlgn="base">
                        <a:lnSpc>
                          <a:spcPct val="100000"/>
                        </a:lnSpc>
                        <a:buNone/>
                      </a:pPr>
                      <a:r>
                        <a:rPr lang="en-US" sz="1400">
                          <a:solidFill>
                            <a:srgbClr val="116020"/>
                          </a:solidFill>
                          <a:effectLst/>
                        </a:rPr>
                        <a:t>Compare tree cover loss across countries or years</a:t>
                      </a:r>
                      <a:endParaRPr lang="en-US" sz="1400">
                        <a:solidFill>
                          <a:srgbClr val="116020"/>
                        </a:solidFill>
                        <a:effectLst/>
                        <a:latin typeface="Calibr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>
                        <a:lnSpc>
                          <a:spcPct val="100000"/>
                        </a:lnSpc>
                        <a:buNone/>
                      </a:pPr>
                      <a:r>
                        <a:rPr lang="en-US" sz="1400">
                          <a:solidFill>
                            <a:srgbClr val="116020"/>
                          </a:solidFill>
                          <a:effectLst/>
                        </a:rPr>
                        <a:t>Country Tree Cover Loss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>
                        <a:lnSpc>
                          <a:spcPct val="100000"/>
                        </a:lnSpc>
                        <a:buNone/>
                      </a:pPr>
                      <a:r>
                        <a:rPr lang="en-US" sz="1400"/>
                        <a:t>Laptop/CPU; medium memory for multi-year slices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00000"/>
                        </a:lnSpc>
                        <a:buNone/>
                      </a:pPr>
                      <a:r>
                        <a:rPr lang="en-US" sz="1400">
                          <a:solidFill>
                            <a:srgbClr val="116020"/>
                          </a:solidFill>
                          <a:effectLst/>
                        </a:rPr>
                        <a:t>MCP filtering + aggregation</a:t>
                      </a:r>
                      <a:endParaRPr lang="en-US" sz="1400">
                        <a:solidFill>
                          <a:srgbClr val="116020"/>
                        </a:solidFill>
                        <a:effectLst/>
                        <a:latin typeface="Calibr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00000"/>
                        </a:lnSpc>
                        <a:buNone/>
                      </a:pPr>
                      <a:r>
                        <a:rPr lang="en-US" sz="1400">
                          <a:solidFill>
                            <a:srgbClr val="116020"/>
                          </a:solidFill>
                          <a:effectLst/>
                        </a:rPr>
                        <a:t>Country-wise/yearly comparison</a:t>
                      </a:r>
                      <a:endParaRPr lang="en-US" sz="1400">
                        <a:solidFill>
                          <a:srgbClr val="116020"/>
                        </a:solidFill>
                        <a:effectLst/>
                        <a:latin typeface="Calibri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96956990"/>
                  </a:ext>
                </a:extLst>
              </a:tr>
              <a:tr h="1266825">
                <a:tc>
                  <a:txBody>
                    <a:bodyPr/>
                    <a:lstStyle/>
                    <a:p>
                      <a:pPr fontAlgn="base">
                        <a:lnSpc>
                          <a:spcPct val="100000"/>
                        </a:lnSpc>
                        <a:buNone/>
                      </a:pPr>
                      <a:r>
                        <a:rPr lang="en-US" sz="1400">
                          <a:solidFill>
                            <a:srgbClr val="116020"/>
                          </a:solidFill>
                          <a:effectLst/>
                        </a:rPr>
                        <a:t>Aggregate global/regional data (e.g., avg emissions 2000–2020)</a:t>
                      </a:r>
                      <a:endParaRPr lang="en-US" sz="1400">
                        <a:solidFill>
                          <a:srgbClr val="116020"/>
                        </a:solidFill>
                        <a:effectLst/>
                        <a:latin typeface="Calibr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>
                        <a:lnSpc>
                          <a:spcPct val="100000"/>
                        </a:lnSpc>
                        <a:buNone/>
                      </a:pPr>
                      <a:r>
                        <a:rPr lang="en-US" sz="1400">
                          <a:solidFill>
                            <a:srgbClr val="116020"/>
                          </a:solidFill>
                          <a:effectLst/>
                        </a:rPr>
                        <a:t>Carbon + Tree Cover Loss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>
                        <a:lnSpc>
                          <a:spcPct val="100000"/>
                        </a:lnSpc>
                        <a:buNone/>
                      </a:pPr>
                      <a:r>
                        <a:rPr lang="en-US" sz="1400"/>
                        <a:t>CPU; medium memory; optional cloud for large windows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00000"/>
                        </a:lnSpc>
                        <a:buNone/>
                      </a:pPr>
                      <a:r>
                        <a:rPr lang="en-US" sz="1400">
                          <a:solidFill>
                            <a:srgbClr val="116020"/>
                          </a:solidFill>
                          <a:effectLst/>
                        </a:rPr>
                        <a:t>MCP function call (sum/avg)</a:t>
                      </a:r>
                      <a:endParaRPr lang="en-US" sz="1400">
                        <a:solidFill>
                          <a:srgbClr val="116020"/>
                        </a:solidFill>
                        <a:effectLst/>
                        <a:latin typeface="Calibr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00000"/>
                        </a:lnSpc>
                        <a:buNone/>
                      </a:pPr>
                      <a:r>
                        <a:rPr lang="en-US" sz="1400">
                          <a:solidFill>
                            <a:srgbClr val="116020"/>
                          </a:solidFill>
                          <a:effectLst/>
                        </a:rPr>
                        <a:t>Aggregated numeric values</a:t>
                      </a:r>
                      <a:endParaRPr lang="en-US" sz="1400">
                        <a:solidFill>
                          <a:srgbClr val="116020"/>
                        </a:solidFill>
                        <a:effectLst/>
                        <a:latin typeface="Calibri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32993530"/>
                  </a:ext>
                </a:extLst>
              </a:tr>
              <a:tr h="1171575">
                <a:tc>
                  <a:txBody>
                    <a:bodyPr/>
                    <a:lstStyle/>
                    <a:p>
                      <a:pPr fontAlgn="base">
                        <a:lnSpc>
                          <a:spcPct val="100000"/>
                        </a:lnSpc>
                        <a:buNone/>
                      </a:pPr>
                      <a:r>
                        <a:rPr lang="en-US" sz="1400">
                          <a:solidFill>
                            <a:srgbClr val="116020"/>
                          </a:solidFill>
                          <a:effectLst/>
                        </a:rPr>
                        <a:t>Identify hotspots of primary forest loss (year/country level)</a:t>
                      </a:r>
                      <a:endParaRPr lang="en-US" sz="1400">
                        <a:solidFill>
                          <a:srgbClr val="116020"/>
                        </a:solidFill>
                        <a:effectLst/>
                        <a:latin typeface="Calibr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>
                        <a:lnSpc>
                          <a:spcPct val="100000"/>
                        </a:lnSpc>
                        <a:buNone/>
                      </a:pPr>
                      <a:r>
                        <a:rPr lang="en-US" sz="1400">
                          <a:solidFill>
                            <a:srgbClr val="116020"/>
                          </a:solidFill>
                          <a:effectLst/>
                        </a:rPr>
                        <a:t>Primary Forest Loss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>
                        <a:lnSpc>
                          <a:spcPct val="100000"/>
                        </a:lnSpc>
                        <a:buNone/>
                      </a:pPr>
                      <a:r>
                        <a:rPr lang="en-US" sz="1400"/>
                        <a:t>CPU; medium memory; optional GPU not needed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00000"/>
                        </a:lnSpc>
                        <a:buNone/>
                      </a:pPr>
                      <a:r>
                        <a:rPr lang="en-US" sz="1400">
                          <a:solidFill>
                            <a:srgbClr val="116020"/>
                          </a:solidFill>
                          <a:effectLst/>
                        </a:rPr>
                        <a:t>Direct query/filter</a:t>
                      </a:r>
                      <a:endParaRPr lang="en-US" sz="1400">
                        <a:solidFill>
                          <a:srgbClr val="116020"/>
                        </a:solidFill>
                        <a:effectLst/>
                        <a:latin typeface="Calibr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00000"/>
                        </a:lnSpc>
                        <a:buNone/>
                      </a:pPr>
                      <a:r>
                        <a:rPr lang="en-US" sz="1400">
                          <a:solidFill>
                            <a:srgbClr val="116020"/>
                          </a:solidFill>
                          <a:effectLst/>
                        </a:rPr>
                        <a:t>Highlight years/countries with high loss</a:t>
                      </a:r>
                      <a:endParaRPr lang="en-US" sz="1400">
                        <a:solidFill>
                          <a:srgbClr val="116020"/>
                        </a:solidFill>
                        <a:effectLst/>
                        <a:latin typeface="Calibri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864807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940554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C58BF4B-123C-4250-87F8-AAF4697FEF7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/>
              <a:t>Project Schedule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537F3175-56FC-7015-FADD-8D79859F26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6741037"/>
              </p:ext>
            </p:extLst>
          </p:nvPr>
        </p:nvGraphicFramePr>
        <p:xfrm>
          <a:off x="413338" y="959667"/>
          <a:ext cx="10763250" cy="4942167"/>
        </p:xfrm>
        <a:graphic>
          <a:graphicData uri="http://schemas.openxmlformats.org/drawingml/2006/table">
            <a:tbl>
              <a:tblPr bandRow="1">
                <a:tableStyleId>{E8B1032C-EA38-4F05-BA0D-38AFFFC7BED3}</a:tableStyleId>
              </a:tblPr>
              <a:tblGrid>
                <a:gridCol w="763612">
                  <a:extLst>
                    <a:ext uri="{9D8B030D-6E8A-4147-A177-3AD203B41FA5}">
                      <a16:colId xmlns:a16="http://schemas.microsoft.com/office/drawing/2014/main" val="833445328"/>
                    </a:ext>
                  </a:extLst>
                </a:gridCol>
                <a:gridCol w="2842789">
                  <a:extLst>
                    <a:ext uri="{9D8B030D-6E8A-4147-A177-3AD203B41FA5}">
                      <a16:colId xmlns:a16="http://schemas.microsoft.com/office/drawing/2014/main" val="2731407449"/>
                    </a:ext>
                  </a:extLst>
                </a:gridCol>
                <a:gridCol w="4985149">
                  <a:extLst>
                    <a:ext uri="{9D8B030D-6E8A-4147-A177-3AD203B41FA5}">
                      <a16:colId xmlns:a16="http://schemas.microsoft.com/office/drawing/2014/main" val="3570346491"/>
                    </a:ext>
                  </a:extLst>
                </a:gridCol>
                <a:gridCol w="2171700">
                  <a:extLst>
                    <a:ext uri="{9D8B030D-6E8A-4147-A177-3AD203B41FA5}">
                      <a16:colId xmlns:a16="http://schemas.microsoft.com/office/drawing/2014/main" val="1308239199"/>
                    </a:ext>
                  </a:extLst>
                </a:gridCol>
              </a:tblGrid>
              <a:tr h="615636">
                <a:tc>
                  <a:txBody>
                    <a:bodyPr/>
                    <a:lstStyle/>
                    <a:p>
                      <a:pPr fontAlgn="base">
                        <a:lnSpc>
                          <a:spcPts val="2850"/>
                        </a:lnSpc>
                        <a:buNone/>
                      </a:pPr>
                      <a:r>
                        <a:rPr lang="en-US" sz="1800" b="1">
                          <a:solidFill>
                            <a:srgbClr val="116020"/>
                          </a:solidFill>
                          <a:effectLst/>
                        </a:rPr>
                        <a:t>Sprint</a:t>
                      </a:r>
                      <a:endParaRPr lang="en-US" sz="1800">
                        <a:solidFill>
                          <a:srgbClr val="116020"/>
                        </a:solidFill>
                        <a:effectLst/>
                        <a:latin typeface="Calibr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ts val="2850"/>
                        </a:lnSpc>
                        <a:buNone/>
                      </a:pPr>
                      <a:r>
                        <a:rPr lang="en-US" sz="1800" b="1">
                          <a:solidFill>
                            <a:srgbClr val="116020"/>
                          </a:solidFill>
                          <a:effectLst/>
                        </a:rPr>
                        <a:t>Focus </a:t>
                      </a:r>
                      <a:endParaRPr lang="en-US" sz="1800">
                        <a:solidFill>
                          <a:srgbClr val="116020"/>
                        </a:solidFill>
                        <a:effectLst/>
                        <a:latin typeface="Calibr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ts val="2850"/>
                        </a:lnSpc>
                        <a:buNone/>
                      </a:pPr>
                      <a:r>
                        <a:rPr lang="en-US" sz="1800" b="1">
                          <a:solidFill>
                            <a:srgbClr val="116020"/>
                          </a:solidFill>
                          <a:effectLst/>
                        </a:rPr>
                        <a:t>Key Deliverables</a:t>
                      </a:r>
                      <a:endParaRPr lang="en-US" sz="1800">
                        <a:solidFill>
                          <a:srgbClr val="116020"/>
                        </a:solidFill>
                        <a:effectLst/>
                        <a:latin typeface="Calibr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ts val="2850"/>
                        </a:lnSpc>
                        <a:buNone/>
                      </a:pPr>
                      <a:r>
                        <a:rPr lang="en-US" sz="1800" b="1">
                          <a:solidFill>
                            <a:srgbClr val="116020"/>
                          </a:solidFill>
                          <a:effectLst/>
                        </a:rPr>
                        <a:t>Timeline</a:t>
                      </a:r>
                      <a:endParaRPr lang="en-US" sz="1800">
                        <a:solidFill>
                          <a:srgbClr val="116020"/>
                        </a:solidFill>
                        <a:effectLst/>
                        <a:latin typeface="Calibri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60691490"/>
                  </a:ext>
                </a:extLst>
              </a:tr>
              <a:tr h="748506">
                <a:tc>
                  <a:txBody>
                    <a:bodyPr/>
                    <a:lstStyle/>
                    <a:p>
                      <a:pPr fontAlgn="base">
                        <a:lnSpc>
                          <a:spcPts val="2400"/>
                        </a:lnSpc>
                        <a:buNone/>
                      </a:pPr>
                      <a:r>
                        <a:rPr lang="en-US" sz="1400">
                          <a:solidFill>
                            <a:srgbClr val="116020"/>
                          </a:solidFill>
                          <a:effectLst/>
                        </a:rPr>
                        <a:t>1</a:t>
                      </a:r>
                      <a:endParaRPr lang="en-US" sz="1400">
                        <a:solidFill>
                          <a:srgbClr val="116020"/>
                        </a:solidFill>
                        <a:effectLst/>
                        <a:latin typeface="Calibr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ts val="2400"/>
                        </a:lnSpc>
                        <a:buNone/>
                      </a:pPr>
                      <a:r>
                        <a:rPr lang="en-US" sz="1400">
                          <a:solidFill>
                            <a:srgbClr val="116020"/>
                          </a:solidFill>
                          <a:effectLst/>
                        </a:rPr>
                        <a:t>Infrastructure Foundation </a:t>
                      </a:r>
                      <a:endParaRPr lang="en-US" sz="1400">
                        <a:solidFill>
                          <a:srgbClr val="116020"/>
                        </a:solidFill>
                        <a:effectLst/>
                        <a:latin typeface="Calibr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ts val="2400"/>
                        </a:lnSpc>
                        <a:buNone/>
                      </a:pPr>
                      <a:r>
                        <a:rPr lang="en-US" sz="1400">
                          <a:solidFill>
                            <a:srgbClr val="116020"/>
                          </a:solidFill>
                          <a:effectLst/>
                        </a:rPr>
                        <a:t>CI/CD setup, Docker env, GitHub config, research/planning, </a:t>
                      </a:r>
                      <a:endParaRPr lang="en-US" sz="1400">
                        <a:solidFill>
                          <a:srgbClr val="116020"/>
                        </a:solidFill>
                        <a:effectLst/>
                        <a:latin typeface="Calibr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ts val="2400"/>
                        </a:lnSpc>
                        <a:buNone/>
                      </a:pPr>
                      <a:r>
                        <a:rPr lang="en-US" sz="1400">
                          <a:solidFill>
                            <a:srgbClr val="116020"/>
                          </a:solidFill>
                          <a:effectLst/>
                        </a:rPr>
                        <a:t>Aug 25 - Sep 15</a:t>
                      </a:r>
                      <a:endParaRPr lang="en-US" sz="1400">
                        <a:solidFill>
                          <a:srgbClr val="116020"/>
                        </a:solidFill>
                        <a:effectLst/>
                        <a:latin typeface="Calibri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99877136"/>
                  </a:ext>
                </a:extLst>
              </a:tr>
              <a:tr h="926385">
                <a:tc>
                  <a:txBody>
                    <a:bodyPr/>
                    <a:lstStyle/>
                    <a:p>
                      <a:pPr fontAlgn="base">
                        <a:lnSpc>
                          <a:spcPts val="2400"/>
                        </a:lnSpc>
                        <a:buNone/>
                      </a:pPr>
                      <a:r>
                        <a:rPr lang="en-US" sz="1400">
                          <a:solidFill>
                            <a:srgbClr val="116020"/>
                          </a:solidFill>
                          <a:effectLst/>
                        </a:rPr>
                        <a:t>2</a:t>
                      </a:r>
                      <a:endParaRPr lang="en-US" sz="1400">
                        <a:solidFill>
                          <a:srgbClr val="116020"/>
                        </a:solidFill>
                        <a:effectLst/>
                        <a:latin typeface="Calibr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ts val="2400"/>
                        </a:lnSpc>
                        <a:buNone/>
                      </a:pPr>
                      <a:r>
                        <a:rPr lang="en-US" sz="1400">
                          <a:solidFill>
                            <a:srgbClr val="116020"/>
                          </a:solidFill>
                          <a:effectLst/>
                        </a:rPr>
                        <a:t>Data Processing Pipeline</a:t>
                      </a:r>
                      <a:endParaRPr lang="en-US" sz="1400">
                        <a:solidFill>
                          <a:srgbClr val="116020"/>
                        </a:solidFill>
                        <a:effectLst/>
                        <a:latin typeface="Calibr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ts val="2400"/>
                        </a:lnSpc>
                        <a:buNone/>
                      </a:pPr>
                      <a:r>
                        <a:rPr lang="en-US" sz="1400">
                          <a:solidFill>
                            <a:srgbClr val="116020"/>
                          </a:solidFill>
                          <a:effectLst/>
                        </a:rPr>
                        <a:t>Complete CI/CD, Excel to Parquet conversion, data validation/optimization, in-memory loading/queries</a:t>
                      </a:r>
                      <a:endParaRPr lang="en-US" sz="1400">
                        <a:solidFill>
                          <a:srgbClr val="116020"/>
                        </a:solidFill>
                        <a:effectLst/>
                        <a:latin typeface="Calibr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ts val="2400"/>
                        </a:lnSpc>
                        <a:buNone/>
                      </a:pPr>
                      <a:r>
                        <a:rPr lang="en-US" sz="1400">
                          <a:solidFill>
                            <a:srgbClr val="116020"/>
                          </a:solidFill>
                          <a:effectLst/>
                        </a:rPr>
                        <a:t>Sep 16 - Oct 6</a:t>
                      </a:r>
                      <a:endParaRPr lang="en-US" sz="1400">
                        <a:solidFill>
                          <a:srgbClr val="116020"/>
                        </a:solidFill>
                        <a:effectLst/>
                        <a:latin typeface="Calibri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77682863"/>
                  </a:ext>
                </a:extLst>
              </a:tr>
              <a:tr h="994965">
                <a:tc>
                  <a:txBody>
                    <a:bodyPr/>
                    <a:lstStyle/>
                    <a:p>
                      <a:pPr fontAlgn="base">
                        <a:lnSpc>
                          <a:spcPts val="2400"/>
                        </a:lnSpc>
                        <a:buNone/>
                      </a:pPr>
                      <a:r>
                        <a:rPr lang="en-US" sz="1400">
                          <a:solidFill>
                            <a:srgbClr val="116020"/>
                          </a:solidFill>
                          <a:effectLst/>
                        </a:rPr>
                        <a:t>3</a:t>
                      </a:r>
                      <a:endParaRPr lang="en-US" sz="1400">
                        <a:solidFill>
                          <a:srgbClr val="116020"/>
                        </a:solidFill>
                        <a:effectLst/>
                        <a:latin typeface="Calibr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ts val="2400"/>
                        </a:lnSpc>
                        <a:buNone/>
                      </a:pPr>
                      <a:r>
                        <a:rPr lang="en-US" sz="1400">
                          <a:solidFill>
                            <a:srgbClr val="116020"/>
                          </a:solidFill>
                          <a:effectLst/>
                        </a:rPr>
                        <a:t>MCP Server Implementation </a:t>
                      </a:r>
                      <a:endParaRPr lang="en-US" sz="1400">
                        <a:solidFill>
                          <a:srgbClr val="116020"/>
                        </a:solidFill>
                        <a:effectLst/>
                        <a:latin typeface="Calibr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ts val="2400"/>
                        </a:lnSpc>
                        <a:buNone/>
                      </a:pPr>
                      <a:r>
                        <a:rPr lang="en-US" sz="1400">
                          <a:solidFill>
                            <a:srgbClr val="116020"/>
                          </a:solidFill>
                          <a:effectLst/>
                        </a:rPr>
                        <a:t>MCP server setup/tools/handlers, provenance/metadata, test UI with Llama integration</a:t>
                      </a:r>
                      <a:endParaRPr lang="en-US" sz="1400">
                        <a:solidFill>
                          <a:srgbClr val="116020"/>
                        </a:solidFill>
                        <a:effectLst/>
                        <a:latin typeface="Calibr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ts val="2400"/>
                        </a:lnSpc>
                        <a:buNone/>
                      </a:pPr>
                      <a:r>
                        <a:rPr lang="en-US" sz="1400">
                          <a:solidFill>
                            <a:srgbClr val="116020"/>
                          </a:solidFill>
                          <a:effectLst/>
                        </a:rPr>
                        <a:t>Oct 7 - Oct 27</a:t>
                      </a:r>
                      <a:endParaRPr lang="en-US" sz="1400">
                        <a:solidFill>
                          <a:srgbClr val="116020"/>
                        </a:solidFill>
                        <a:effectLst/>
                        <a:latin typeface="Calibri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8799288"/>
                  </a:ext>
                </a:extLst>
              </a:tr>
              <a:tr h="880785">
                <a:tc>
                  <a:txBody>
                    <a:bodyPr/>
                    <a:lstStyle/>
                    <a:p>
                      <a:pPr fontAlgn="base">
                        <a:lnSpc>
                          <a:spcPts val="2400"/>
                        </a:lnSpc>
                        <a:buNone/>
                      </a:pPr>
                      <a:r>
                        <a:rPr lang="en-US" sz="1400">
                          <a:solidFill>
                            <a:srgbClr val="116020"/>
                          </a:solidFill>
                          <a:effectLst/>
                        </a:rPr>
                        <a:t>4</a:t>
                      </a:r>
                      <a:endParaRPr lang="en-US" sz="1400">
                        <a:solidFill>
                          <a:srgbClr val="116020"/>
                        </a:solidFill>
                        <a:effectLst/>
                        <a:latin typeface="Calibr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ts val="2400"/>
                        </a:lnSpc>
                        <a:buNone/>
                      </a:pPr>
                      <a:r>
                        <a:rPr lang="en-US" sz="1400">
                          <a:solidFill>
                            <a:srgbClr val="116020"/>
                          </a:solidFill>
                          <a:effectLst/>
                        </a:rPr>
                        <a:t>Query Intelligence </a:t>
                      </a:r>
                      <a:endParaRPr lang="en-US" sz="1400">
                        <a:solidFill>
                          <a:srgbClr val="116020"/>
                        </a:solidFill>
                        <a:effectLst/>
                        <a:latin typeface="Calibr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ts val="2400"/>
                        </a:lnSpc>
                        <a:buNone/>
                      </a:pPr>
                      <a:r>
                        <a:rPr lang="en-US" sz="1400">
                          <a:solidFill>
                            <a:srgbClr val="116020"/>
                          </a:solidFill>
                          <a:effectLst/>
                        </a:rPr>
                        <a:t>Intent classification/slot extraction, advanced queries (YoY, rankings), narrative generation/guardrails</a:t>
                      </a:r>
                      <a:endParaRPr lang="en-US" sz="1400">
                        <a:solidFill>
                          <a:srgbClr val="116020"/>
                        </a:solidFill>
                        <a:effectLst/>
                        <a:latin typeface="Calibr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ts val="2400"/>
                        </a:lnSpc>
                        <a:buNone/>
                      </a:pPr>
                      <a:r>
                        <a:rPr lang="en-US" sz="1400">
                          <a:solidFill>
                            <a:srgbClr val="116020"/>
                          </a:solidFill>
                          <a:effectLst/>
                        </a:rPr>
                        <a:t>Oct 28 - Nov 17</a:t>
                      </a:r>
                      <a:endParaRPr lang="en-US" sz="1400">
                        <a:solidFill>
                          <a:srgbClr val="116020"/>
                        </a:solidFill>
                        <a:effectLst/>
                        <a:latin typeface="Calibri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99043858"/>
                  </a:ext>
                </a:extLst>
              </a:tr>
              <a:tr h="775890">
                <a:tc>
                  <a:txBody>
                    <a:bodyPr/>
                    <a:lstStyle/>
                    <a:p>
                      <a:pPr fontAlgn="base">
                        <a:lnSpc>
                          <a:spcPts val="2400"/>
                        </a:lnSpc>
                        <a:buNone/>
                      </a:pPr>
                      <a:r>
                        <a:rPr lang="en-US" sz="1400">
                          <a:solidFill>
                            <a:srgbClr val="116020"/>
                          </a:solidFill>
                          <a:effectLst/>
                        </a:rPr>
                        <a:t>5</a:t>
                      </a:r>
                      <a:endParaRPr lang="en-US" sz="1400">
                        <a:solidFill>
                          <a:srgbClr val="116020"/>
                        </a:solidFill>
                        <a:effectLst/>
                        <a:latin typeface="Calibr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ts val="2400"/>
                        </a:lnSpc>
                        <a:buNone/>
                      </a:pPr>
                      <a:r>
                        <a:rPr lang="en-US" sz="1400">
                          <a:solidFill>
                            <a:srgbClr val="116020"/>
                          </a:solidFill>
                          <a:effectLst/>
                        </a:rPr>
                        <a:t>Testing &amp; Quality  Deployment &amp; Documentation </a:t>
                      </a:r>
                      <a:endParaRPr lang="en-US" sz="1400">
                        <a:solidFill>
                          <a:srgbClr val="116020"/>
                        </a:solidFill>
                        <a:effectLst/>
                        <a:latin typeface="Calibr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ts val="2400"/>
                        </a:lnSpc>
                        <a:buNone/>
                      </a:pPr>
                      <a:r>
                        <a:rPr lang="en-US" sz="1400">
                          <a:solidFill>
                            <a:srgbClr val="116020"/>
                          </a:solidFill>
                          <a:effectLst/>
                        </a:rPr>
                        <a:t>Test suite  observability/logging, Docker optimization, API/user guides</a:t>
                      </a:r>
                      <a:endParaRPr lang="en-US" sz="1400">
                        <a:solidFill>
                          <a:srgbClr val="116020"/>
                        </a:solidFill>
                        <a:effectLst/>
                        <a:latin typeface="Calibr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ts val="2400"/>
                        </a:lnSpc>
                        <a:buNone/>
                      </a:pPr>
                      <a:r>
                        <a:rPr lang="en-US" sz="1400">
                          <a:solidFill>
                            <a:srgbClr val="116020"/>
                          </a:solidFill>
                          <a:effectLst/>
                        </a:rPr>
                        <a:t>Nov 18 - Dec 7</a:t>
                      </a:r>
                      <a:endParaRPr lang="en-US" sz="1400">
                        <a:solidFill>
                          <a:srgbClr val="116020"/>
                        </a:solidFill>
                        <a:effectLst/>
                        <a:latin typeface="Calibri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322132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895893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437247D-C56F-F366-641B-AE1BDA1C5A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5421626"/>
              </p:ext>
            </p:extLst>
          </p:nvPr>
        </p:nvGraphicFramePr>
        <p:xfrm>
          <a:off x="436160" y="907357"/>
          <a:ext cx="10739840" cy="5438930"/>
        </p:xfrm>
        <a:graphic>
          <a:graphicData uri="http://schemas.openxmlformats.org/drawingml/2006/table">
            <a:tbl>
              <a:tblPr bandRow="1">
                <a:tableStyleId>{E8B1032C-EA38-4F05-BA0D-38AFFFC7BED3}</a:tableStyleId>
              </a:tblPr>
              <a:tblGrid>
                <a:gridCol w="2581413">
                  <a:extLst>
                    <a:ext uri="{9D8B030D-6E8A-4147-A177-3AD203B41FA5}">
                      <a16:colId xmlns:a16="http://schemas.microsoft.com/office/drawing/2014/main" val="2295682238"/>
                    </a:ext>
                  </a:extLst>
                </a:gridCol>
                <a:gridCol w="8158427">
                  <a:extLst>
                    <a:ext uri="{9D8B030D-6E8A-4147-A177-3AD203B41FA5}">
                      <a16:colId xmlns:a16="http://schemas.microsoft.com/office/drawing/2014/main" val="4217190774"/>
                    </a:ext>
                  </a:extLst>
                </a:gridCol>
              </a:tblGrid>
              <a:tr h="46985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1"/>
                        <a:t>Summary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1"/>
                        <a:t>Description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18559013"/>
                  </a:ext>
                </a:extLst>
              </a:tr>
              <a:tr h="9966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Research and Planning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As a team, I want to understand the technologies so that we can make informed implementation decisions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0151634"/>
                  </a:ext>
                </a:extLst>
              </a:tr>
              <a:tr h="11248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Enhance GitHub repository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As a developer, I want a properly configured repository so that code quality is maintained and collaboration is smooth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74513947"/>
                  </a:ext>
                </a:extLst>
              </a:tr>
              <a:tr h="12671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Create Docker environment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As a developer, I want a containerized environment so that all team members have identical setups regardless of their OS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57873524"/>
                  </a:ext>
                </a:extLst>
              </a:tr>
              <a:tr h="7261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Basic CI/CD setup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As a developer, I want basic CI so that we catch errors early and maintain code quality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66127894"/>
                  </a:ext>
                </a:extLst>
              </a:tr>
              <a:tr h="85428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Sprint 1 deliverables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As a team, I want to present our Sprint 1 achievements so that stakeholders see progress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74841497"/>
                  </a:ext>
                </a:extLst>
              </a:tr>
            </a:tbl>
          </a:graphicData>
        </a:graphic>
      </p:graphicFrame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FABF3E6-E9A9-D52F-80BF-4BC269E40B2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>
                <a:ea typeface="ＭＳ Ｐゴシック"/>
              </a:rPr>
              <a:t>User Stories – sprint 1</a:t>
            </a:r>
            <a:endParaRPr lang="en-US"/>
          </a:p>
          <a:p>
            <a:endParaRPr lang="en-US" sz="1100">
              <a:solidFill>
                <a:srgbClr val="116020"/>
              </a:solidFill>
            </a:endParaRPr>
          </a:p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15008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2241B6A-8085-47BA-AF1C-F8F2D8F4B82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/>
              <a:t>Risks and Planned Mitigations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520DF14B-3109-F7CD-CA09-2354AEF8F2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23879731"/>
              </p:ext>
            </p:extLst>
          </p:nvPr>
        </p:nvGraphicFramePr>
        <p:xfrm>
          <a:off x="406400" y="902927"/>
          <a:ext cx="10782300" cy="5508172"/>
        </p:xfrm>
        <a:graphic>
          <a:graphicData uri="http://schemas.openxmlformats.org/drawingml/2006/table">
            <a:tbl>
              <a:tblPr bandRow="1">
                <a:tableStyleId>{E8B1032C-EA38-4F05-BA0D-38AFFFC7BED3}</a:tableStyleId>
              </a:tblPr>
              <a:tblGrid>
                <a:gridCol w="2152650">
                  <a:extLst>
                    <a:ext uri="{9D8B030D-6E8A-4147-A177-3AD203B41FA5}">
                      <a16:colId xmlns:a16="http://schemas.microsoft.com/office/drawing/2014/main" val="1122646127"/>
                    </a:ext>
                  </a:extLst>
                </a:gridCol>
                <a:gridCol w="2733675">
                  <a:extLst>
                    <a:ext uri="{9D8B030D-6E8A-4147-A177-3AD203B41FA5}">
                      <a16:colId xmlns:a16="http://schemas.microsoft.com/office/drawing/2014/main" val="634132497"/>
                    </a:ext>
                  </a:extLst>
                </a:gridCol>
                <a:gridCol w="1370625">
                  <a:extLst>
                    <a:ext uri="{9D8B030D-6E8A-4147-A177-3AD203B41FA5}">
                      <a16:colId xmlns:a16="http://schemas.microsoft.com/office/drawing/2014/main" val="3413741551"/>
                    </a:ext>
                  </a:extLst>
                </a:gridCol>
                <a:gridCol w="963000">
                  <a:extLst>
                    <a:ext uri="{9D8B030D-6E8A-4147-A177-3AD203B41FA5}">
                      <a16:colId xmlns:a16="http://schemas.microsoft.com/office/drawing/2014/main" val="1787379486"/>
                    </a:ext>
                  </a:extLst>
                </a:gridCol>
                <a:gridCol w="3562350">
                  <a:extLst>
                    <a:ext uri="{9D8B030D-6E8A-4147-A177-3AD203B41FA5}">
                      <a16:colId xmlns:a16="http://schemas.microsoft.com/office/drawing/2014/main" val="1817439915"/>
                    </a:ext>
                  </a:extLst>
                </a:gridCol>
              </a:tblGrid>
              <a:tr h="472206">
                <a:tc>
                  <a:txBody>
                    <a:bodyPr/>
                    <a:lstStyle/>
                    <a:p>
                      <a:pPr fontAlgn="base">
                        <a:lnSpc>
                          <a:spcPts val="1950"/>
                        </a:lnSpc>
                        <a:buNone/>
                      </a:pPr>
                      <a:r>
                        <a:rPr lang="en-US" sz="1800" b="1">
                          <a:solidFill>
                            <a:srgbClr val="11602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Risk 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ts val="1950"/>
                        </a:lnSpc>
                        <a:buNone/>
                      </a:pPr>
                      <a:r>
                        <a:rPr lang="en-US" sz="1800" b="1">
                          <a:solidFill>
                            <a:srgbClr val="11602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Description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ts val="1950"/>
                        </a:lnSpc>
                        <a:buNone/>
                      </a:pPr>
                      <a:r>
                        <a:rPr lang="en-US" sz="1800" b="1">
                          <a:solidFill>
                            <a:srgbClr val="11602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Probability 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ts val="1950"/>
                        </a:lnSpc>
                        <a:buNone/>
                      </a:pPr>
                      <a:r>
                        <a:rPr lang="en-US" sz="1800" b="1">
                          <a:solidFill>
                            <a:srgbClr val="11602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Impact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ts val="1950"/>
                        </a:lnSpc>
                        <a:buNone/>
                      </a:pPr>
                      <a:r>
                        <a:rPr lang="en-US" sz="1800" b="1">
                          <a:solidFill>
                            <a:srgbClr val="11602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Mitigation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13452270"/>
                  </a:ext>
                </a:extLst>
              </a:tr>
              <a:tr h="1086381">
                <a:tc>
                  <a:txBody>
                    <a:bodyPr/>
                    <a:lstStyle/>
                    <a:p>
                      <a:pPr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400" b="1">
                          <a:solidFill>
                            <a:srgbClr val="116020"/>
                          </a:solidFill>
                          <a:effectLst/>
                        </a:rPr>
                        <a:t>Data Inconsistency</a:t>
                      </a:r>
                      <a:endParaRPr lang="en-US">
                        <a:solidFill>
                          <a:srgbClr val="116020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400">
                          <a:solidFill>
                            <a:srgbClr val="116020"/>
                          </a:solidFill>
                          <a:effectLst/>
                        </a:rPr>
                        <a:t>Climate datasets may be incomplete, inconsistent across sources, or fragmented.</a:t>
                      </a:r>
                      <a:endParaRPr lang="en-US">
                        <a:solidFill>
                          <a:srgbClr val="116020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400">
                          <a:solidFill>
                            <a:srgbClr val="116020"/>
                          </a:solidFill>
                          <a:effectLst/>
                        </a:rPr>
                        <a:t>High</a:t>
                      </a:r>
                      <a:endParaRPr lang="en-US">
                        <a:solidFill>
                          <a:srgbClr val="116020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400">
                          <a:solidFill>
                            <a:srgbClr val="116020"/>
                          </a:solidFill>
                          <a:effectLst/>
                        </a:rPr>
                        <a:t>High</a:t>
                      </a:r>
                      <a:endParaRPr lang="en-US">
                        <a:solidFill>
                          <a:srgbClr val="116020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400">
                          <a:solidFill>
                            <a:srgbClr val="116020"/>
                          </a:solidFill>
                          <a:effectLst/>
                        </a:rPr>
                        <a:t>Perform thorough data cleaning, harmonize formats, and clearly document assumptions.</a:t>
                      </a:r>
                      <a:endParaRPr lang="en-US">
                        <a:solidFill>
                          <a:srgbClr val="116020"/>
                        </a:solidFill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6012878"/>
                  </a:ext>
                </a:extLst>
              </a:tr>
              <a:tr h="1144385">
                <a:tc>
                  <a:txBody>
                    <a:bodyPr/>
                    <a:lstStyle/>
                    <a:p>
                      <a:pPr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400" b="1">
                          <a:solidFill>
                            <a:srgbClr val="116020"/>
                          </a:solidFill>
                          <a:effectLst/>
                        </a:rPr>
                        <a:t>Technical Integration Risk</a:t>
                      </a:r>
                      <a:endParaRPr lang="en-US">
                        <a:solidFill>
                          <a:srgbClr val="116020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400">
                          <a:solidFill>
                            <a:srgbClr val="116020"/>
                          </a:solidFill>
                          <a:effectLst/>
                        </a:rPr>
                        <a:t>Challenges in connecting ClimateGPT with datasets through MCP, including query handling and aggregation functions.</a:t>
                      </a:r>
                      <a:endParaRPr lang="en-US">
                        <a:solidFill>
                          <a:srgbClr val="116020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400">
                          <a:solidFill>
                            <a:srgbClr val="116020"/>
                          </a:solidFill>
                          <a:effectLst/>
                        </a:rPr>
                        <a:t>Medium</a:t>
                      </a:r>
                      <a:endParaRPr lang="en-US">
                        <a:solidFill>
                          <a:srgbClr val="116020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400">
                          <a:solidFill>
                            <a:srgbClr val="116020"/>
                          </a:solidFill>
                          <a:effectLst/>
                        </a:rPr>
                        <a:t>High</a:t>
                      </a:r>
                      <a:endParaRPr lang="en-US">
                        <a:solidFill>
                          <a:srgbClr val="116020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400">
                          <a:solidFill>
                            <a:srgbClr val="116020"/>
                          </a:solidFill>
                          <a:effectLst/>
                        </a:rPr>
                        <a:t>Conduct early MCP integration tests, maintain modular design, and ensure flexibility in function calls.</a:t>
                      </a:r>
                      <a:endParaRPr lang="en-US">
                        <a:solidFill>
                          <a:srgbClr val="116020"/>
                        </a:solidFill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54598592"/>
                  </a:ext>
                </a:extLst>
              </a:tr>
              <a:tr h="889709">
                <a:tc>
                  <a:txBody>
                    <a:bodyPr/>
                    <a:lstStyle/>
                    <a:p>
                      <a:pPr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400" b="1">
                          <a:solidFill>
                            <a:srgbClr val="116020"/>
                          </a:solidFill>
                          <a:effectLst/>
                        </a:rPr>
                        <a:t>Numeric Accuracy Limitations</a:t>
                      </a:r>
                      <a:endParaRPr lang="en-US">
                        <a:solidFill>
                          <a:srgbClr val="116020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400">
                          <a:solidFill>
                            <a:srgbClr val="116020"/>
                          </a:solidFill>
                          <a:effectLst/>
                        </a:rPr>
                        <a:t>Risk of incorrect or imprecise retrieval if queries do not map cleanly to dataset values.</a:t>
                      </a:r>
                      <a:endParaRPr lang="en-US">
                        <a:solidFill>
                          <a:srgbClr val="116020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400">
                          <a:solidFill>
                            <a:srgbClr val="116020"/>
                          </a:solidFill>
                          <a:effectLst/>
                        </a:rPr>
                        <a:t>Medium</a:t>
                      </a:r>
                      <a:endParaRPr lang="en-US">
                        <a:solidFill>
                          <a:srgbClr val="116020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400">
                          <a:solidFill>
                            <a:srgbClr val="116020"/>
                          </a:solidFill>
                          <a:effectLst/>
                        </a:rPr>
                        <a:t>High</a:t>
                      </a:r>
                      <a:endParaRPr lang="en-US">
                        <a:solidFill>
                          <a:srgbClr val="116020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400">
                          <a:solidFill>
                            <a:srgbClr val="116020"/>
                          </a:solidFill>
                          <a:effectLst/>
                        </a:rPr>
                        <a:t>Validate outputs against raw data, add unit tests for MCP functions, and peer review query results.</a:t>
                      </a:r>
                      <a:endParaRPr lang="en-US">
                        <a:solidFill>
                          <a:srgbClr val="116020"/>
                        </a:solidFill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18103446"/>
                  </a:ext>
                </a:extLst>
              </a:tr>
              <a:tr h="932103">
                <a:tc>
                  <a:txBody>
                    <a:bodyPr/>
                    <a:lstStyle/>
                    <a:p>
                      <a:pPr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400" b="1">
                          <a:solidFill>
                            <a:srgbClr val="116020"/>
                          </a:solidFill>
                          <a:effectLst/>
                        </a:rPr>
                        <a:t>Resource &amp; Time Constraints</a:t>
                      </a:r>
                      <a:endParaRPr lang="en-US">
                        <a:solidFill>
                          <a:srgbClr val="116020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400">
                          <a:solidFill>
                            <a:srgbClr val="116020"/>
                          </a:solidFill>
                          <a:effectLst/>
                        </a:rPr>
                        <a:t>Tight timeline may affect dataset preparation, MCP integration, and rehearsals before presentation.</a:t>
                      </a:r>
                      <a:endParaRPr lang="en-US">
                        <a:solidFill>
                          <a:srgbClr val="116020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400">
                          <a:solidFill>
                            <a:srgbClr val="116020"/>
                          </a:solidFill>
                          <a:effectLst/>
                        </a:rPr>
                        <a:t>High</a:t>
                      </a:r>
                      <a:endParaRPr lang="en-US">
                        <a:solidFill>
                          <a:srgbClr val="116020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400">
                          <a:solidFill>
                            <a:srgbClr val="116020"/>
                          </a:solidFill>
                          <a:effectLst/>
                        </a:rPr>
                        <a:t>Medium</a:t>
                      </a:r>
                      <a:endParaRPr lang="en-US">
                        <a:solidFill>
                          <a:srgbClr val="116020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400">
                          <a:solidFill>
                            <a:srgbClr val="116020"/>
                          </a:solidFill>
                          <a:effectLst/>
                        </a:rPr>
                        <a:t>Prioritize dataset and MCP integration tasks, apply Agile iterations, and manage scope tightly.</a:t>
                      </a:r>
                      <a:endParaRPr lang="en-US">
                        <a:solidFill>
                          <a:srgbClr val="116020"/>
                        </a:solidFill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62405132"/>
                  </a:ext>
                </a:extLst>
              </a:tr>
              <a:tr h="932103">
                <a:tc>
                  <a:txBody>
                    <a:bodyPr/>
                    <a:lstStyle/>
                    <a:p>
                      <a:pPr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400" b="1">
                          <a:solidFill>
                            <a:srgbClr val="116020"/>
                          </a:solidFill>
                          <a:effectLst/>
                        </a:rPr>
                        <a:t>Stakeholder Misalignment</a:t>
                      </a:r>
                      <a:endParaRPr lang="en-US">
                        <a:solidFill>
                          <a:srgbClr val="116020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400">
                          <a:solidFill>
                            <a:srgbClr val="116020"/>
                          </a:solidFill>
                          <a:effectLst/>
                        </a:rPr>
                        <a:t>Differing expectations between team, professor, and ClimateGPT partners may arise.</a:t>
                      </a:r>
                      <a:endParaRPr lang="en-US">
                        <a:solidFill>
                          <a:srgbClr val="116020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400">
                          <a:solidFill>
                            <a:srgbClr val="116020"/>
                          </a:solidFill>
                          <a:effectLst/>
                        </a:rPr>
                        <a:t>Low</a:t>
                      </a:r>
                      <a:endParaRPr lang="en-US">
                        <a:solidFill>
                          <a:srgbClr val="116020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400">
                          <a:solidFill>
                            <a:srgbClr val="116020"/>
                          </a:solidFill>
                          <a:effectLst/>
                        </a:rPr>
                        <a:t>Medium</a:t>
                      </a:r>
                      <a:endParaRPr lang="en-US">
                        <a:solidFill>
                          <a:srgbClr val="116020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400">
                          <a:solidFill>
                            <a:srgbClr val="116020"/>
                          </a:solidFill>
                          <a:effectLst/>
                        </a:rPr>
                        <a:t>Hold regular check-ins, align deliverables with feedback, and adjust scope early.</a:t>
                      </a:r>
                      <a:endParaRPr lang="en-US">
                        <a:solidFill>
                          <a:srgbClr val="116020"/>
                        </a:solidFill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761927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038409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3198817-97B8-787B-5F5D-D388D28A9EC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/>
              <a:t>Weekly Partner Meeting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07E9A3-E917-9C6D-B070-C2895BA04DD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06400" y="916281"/>
            <a:ext cx="10769600" cy="5029200"/>
          </a:xfrm>
        </p:spPr>
        <p:txBody>
          <a:bodyPr/>
          <a:lstStyle/>
          <a:p>
            <a:r>
              <a:rPr lang="en-US" b="1">
                <a:ea typeface="ＭＳ Ｐゴシック"/>
              </a:rPr>
              <a:t>Partner name [Primary Partner POC] : </a:t>
            </a:r>
            <a:r>
              <a:rPr lang="en-IN" b="1">
                <a:ea typeface="Calibri"/>
                <a:cs typeface="Calibri"/>
              </a:rPr>
              <a:t> </a:t>
            </a:r>
            <a:r>
              <a:rPr lang="en-US">
                <a:ea typeface="Calibri"/>
                <a:cs typeface="Calibri"/>
              </a:rPr>
              <a:t>Erasmus.ai - Daniel Erasmus, Petrus Pelser, Rein Brune</a:t>
            </a:r>
            <a:endParaRPr lang="en-US" b="1">
              <a:solidFill>
                <a:srgbClr val="FFFFFF"/>
              </a:solidFill>
              <a:ea typeface="Calibri"/>
              <a:cs typeface="Calibri"/>
            </a:endParaRPr>
          </a:p>
          <a:p>
            <a:pPr>
              <a:buFont typeface="+mj-lt"/>
              <a:buAutoNum type="arabicPeriod"/>
            </a:pPr>
            <a:r>
              <a:rPr lang="en-US" b="1">
                <a:ea typeface="ＭＳ Ｐゴシック"/>
              </a:rPr>
              <a:t>Team Progress from Prior Week</a:t>
            </a:r>
          </a:p>
          <a:p>
            <a:pPr lvl="1">
              <a:buFont typeface="Arial"/>
              <a:buChar char="•"/>
            </a:pPr>
            <a:r>
              <a:rPr lang="en-IN" sz="1800">
                <a:solidFill>
                  <a:schemeClr val="tx1"/>
                </a:solidFill>
                <a:ea typeface="Calibri"/>
                <a:cs typeface="Calibri"/>
              </a:rPr>
              <a:t>Reviewed datasets</a:t>
            </a:r>
          </a:p>
          <a:p>
            <a:pPr lvl="1">
              <a:buFont typeface="Arial"/>
              <a:buChar char="•"/>
            </a:pPr>
            <a:r>
              <a:rPr lang="en-IN" sz="1800">
                <a:solidFill>
                  <a:schemeClr val="tx1"/>
                </a:solidFill>
                <a:ea typeface="Calibri"/>
                <a:cs typeface="Calibri"/>
              </a:rPr>
              <a:t>Created user stories for upcoming sprints</a:t>
            </a:r>
          </a:p>
          <a:p>
            <a:pPr lvl="1">
              <a:buFont typeface="Arial"/>
              <a:buChar char="•"/>
            </a:pPr>
            <a:r>
              <a:rPr lang="en-IN" sz="1800">
                <a:solidFill>
                  <a:schemeClr val="tx1"/>
                </a:solidFill>
                <a:ea typeface="Calibri"/>
                <a:cs typeface="Calibri"/>
              </a:rPr>
              <a:t>Worked on literature review</a:t>
            </a:r>
          </a:p>
          <a:p>
            <a:pPr lvl="1">
              <a:buFont typeface="Arial"/>
              <a:buChar char="•"/>
            </a:pPr>
            <a:r>
              <a:rPr lang="en-IN" sz="1800">
                <a:solidFill>
                  <a:schemeClr val="tx1"/>
                </a:solidFill>
                <a:ea typeface="Calibri"/>
                <a:cs typeface="Calibri"/>
              </a:rPr>
              <a:t>Aligned on questions for partner</a:t>
            </a:r>
            <a:endParaRPr lang="en-US" sz="1800">
              <a:solidFill>
                <a:schemeClr val="tx1"/>
              </a:solidFill>
              <a:cs typeface="Calibri"/>
            </a:endParaRPr>
          </a:p>
          <a:p>
            <a:pPr>
              <a:buFont typeface="+mj-lt"/>
              <a:buAutoNum type="arabicPeriod"/>
            </a:pPr>
            <a:r>
              <a:rPr lang="en-US" b="1">
                <a:ea typeface="ＭＳ Ｐゴシック"/>
              </a:rPr>
              <a:t>Team Tasks for Current Week</a:t>
            </a:r>
          </a:p>
          <a:p>
            <a:pPr lvl="1">
              <a:buFont typeface="Arial"/>
              <a:buChar char="•"/>
            </a:pPr>
            <a:r>
              <a:rPr lang="en-US" sz="1800">
                <a:solidFill>
                  <a:srgbClr val="116020"/>
                </a:solidFill>
                <a:ea typeface="ＭＳ Ｐゴシック"/>
                <a:cs typeface="Calibri"/>
              </a:rPr>
              <a:t>Initial setup of Docker</a:t>
            </a:r>
          </a:p>
          <a:p>
            <a:pPr lvl="1">
              <a:buFont typeface="Arial"/>
              <a:buChar char="•"/>
            </a:pPr>
            <a:r>
              <a:rPr lang="en-US" sz="1800">
                <a:solidFill>
                  <a:srgbClr val="116020"/>
                </a:solidFill>
                <a:ea typeface="ＭＳ Ｐゴシック"/>
                <a:cs typeface="Calibri"/>
              </a:rPr>
              <a:t>Configure MCPs</a:t>
            </a:r>
            <a:endParaRPr lang="en-US" sz="1800">
              <a:ea typeface="ＭＳ Ｐゴシック"/>
              <a:cs typeface="Calibri"/>
            </a:endParaRPr>
          </a:p>
          <a:p>
            <a:pPr lvl="1">
              <a:buFont typeface="Arial"/>
              <a:buChar char="•"/>
            </a:pPr>
            <a:r>
              <a:rPr lang="en-US" sz="1800">
                <a:solidFill>
                  <a:srgbClr val="116020"/>
                </a:solidFill>
                <a:ea typeface="ＭＳ Ｐゴシック"/>
                <a:cs typeface="Calibri"/>
              </a:rPr>
              <a:t>Implement GitHub Actions</a:t>
            </a:r>
          </a:p>
          <a:p>
            <a:pPr lvl="1">
              <a:buFont typeface="Arial"/>
              <a:buChar char="•"/>
            </a:pPr>
            <a:r>
              <a:rPr lang="en-US" sz="1800">
                <a:solidFill>
                  <a:srgbClr val="116020"/>
                </a:solidFill>
                <a:ea typeface="ＭＳ Ｐゴシック"/>
                <a:cs typeface="Calibri"/>
              </a:rPr>
              <a:t>UV setup for dataset</a:t>
            </a:r>
            <a:endParaRPr lang="en-US" sz="1800">
              <a:ea typeface="ＭＳ Ｐゴシック"/>
              <a:cs typeface="Calibri"/>
            </a:endParaRPr>
          </a:p>
          <a:p>
            <a:pPr>
              <a:buFont typeface="+mj-lt"/>
              <a:buAutoNum type="arabicPeriod"/>
            </a:pPr>
            <a:r>
              <a:rPr lang="en-US" b="1">
                <a:ea typeface="ＭＳ Ｐゴシック"/>
              </a:rPr>
              <a:t>Other Items Discussed</a:t>
            </a:r>
            <a:endParaRPr lang="en-US" sz="1600">
              <a:solidFill>
                <a:srgbClr val="116020"/>
              </a:solidFill>
              <a:ea typeface="Calibri"/>
              <a:cs typeface="Calibri"/>
            </a:endParaRPr>
          </a:p>
          <a:p>
            <a:pPr lvl="1">
              <a:buFont typeface="Arial"/>
              <a:buChar char="•"/>
            </a:pPr>
            <a:r>
              <a:rPr lang="en-IN" sz="1800">
                <a:solidFill>
                  <a:srgbClr val="116020"/>
                </a:solidFill>
                <a:ea typeface="Calibri"/>
                <a:cs typeface="Calibri"/>
              </a:rPr>
              <a:t>Discussed integration with external datasets</a:t>
            </a:r>
            <a:endParaRPr lang="en-US" sz="1800">
              <a:solidFill>
                <a:srgbClr val="116020"/>
              </a:solidFill>
              <a:ea typeface="Calibri"/>
              <a:cs typeface="Calibri"/>
            </a:endParaRPr>
          </a:p>
          <a:p>
            <a:pPr lvl="1">
              <a:buFont typeface="Arial"/>
              <a:buChar char="•"/>
            </a:pPr>
            <a:r>
              <a:rPr lang="en-IN" sz="1800">
                <a:solidFill>
                  <a:srgbClr val="116020"/>
                </a:solidFill>
                <a:ea typeface="Calibri"/>
                <a:cs typeface="Calibri"/>
              </a:rPr>
              <a:t>Weekly sync agreed </a:t>
            </a:r>
            <a:endParaRPr lang="en-US" sz="1800">
              <a:solidFill>
                <a:srgbClr val="116020"/>
              </a:solidFill>
              <a:ea typeface="Calibri"/>
              <a:cs typeface="Calibri"/>
            </a:endParaRPr>
          </a:p>
          <a:p>
            <a:pPr lvl="1">
              <a:buFont typeface="Arial"/>
              <a:buChar char="•"/>
            </a:pPr>
            <a:r>
              <a:rPr lang="en-IN" sz="1800">
                <a:solidFill>
                  <a:srgbClr val="116020"/>
                </a:solidFill>
                <a:ea typeface="Calibri"/>
                <a:cs typeface="Calibri"/>
              </a:rPr>
              <a:t>Client presentations</a:t>
            </a:r>
            <a:endParaRPr lang="en-US" sz="1800">
              <a:solidFill>
                <a:srgbClr val="116020"/>
              </a:solidFill>
              <a:ea typeface="Calibri"/>
              <a:cs typeface="Calibri"/>
            </a:endParaRPr>
          </a:p>
          <a:p>
            <a:pPr lvl="1">
              <a:buFont typeface="Arial"/>
              <a:buChar char="•"/>
            </a:pPr>
            <a:endParaRPr lang="en-US" b="1">
              <a:solidFill>
                <a:srgbClr val="116020"/>
              </a:solidFill>
              <a:cs typeface="Calibri"/>
            </a:endParaRPr>
          </a:p>
          <a:p>
            <a:endParaRPr lang="en-US" b="1"/>
          </a:p>
          <a:p>
            <a:endParaRPr lang="en-US" b="1"/>
          </a:p>
        </p:txBody>
      </p:sp>
    </p:spTree>
    <p:extLst>
      <p:ext uri="{BB962C8B-B14F-4D97-AF65-F5344CB8AC3E}">
        <p14:creationId xmlns:p14="http://schemas.microsoft.com/office/powerpoint/2010/main" val="11729485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5591E85-74B7-4D41-B44F-2F4DA3E9CF4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06400" y="381000"/>
            <a:ext cx="10769600" cy="228600"/>
          </a:xfrm>
        </p:spPr>
        <p:txBody>
          <a:bodyPr/>
          <a:lstStyle/>
          <a:p>
            <a:r>
              <a:rPr lang="en-US"/>
              <a:t>YouTrack</a:t>
            </a:r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5B3D703-1151-B5C9-2EF0-D47974AE23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399" y="785813"/>
            <a:ext cx="10780536" cy="55591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5928610"/>
      </p:ext>
    </p:extLst>
  </p:cSld>
  <p:clrMapOvr>
    <a:masterClrMapping/>
  </p:clrMapOvr>
</p:sld>
</file>

<file path=ppt/theme/theme1.xml><?xml version="1.0" encoding="utf-8"?>
<a:theme xmlns:a="http://schemas.openxmlformats.org/drawingml/2006/main" name="MasonBrand.pxtx">
  <a:themeElements>
    <a:clrScheme name="Custom 6">
      <a:dk1>
        <a:srgbClr val="116020"/>
      </a:dk1>
      <a:lt1>
        <a:sysClr val="window" lastClr="FFFFFF"/>
      </a:lt1>
      <a:dk2>
        <a:srgbClr val="1E6E86"/>
      </a:dk2>
      <a:lt2>
        <a:srgbClr val="C5D1D7"/>
      </a:lt2>
      <a:accent1>
        <a:srgbClr val="990B01"/>
      </a:accent1>
      <a:accent2>
        <a:srgbClr val="DFBD17"/>
      </a:accent2>
      <a:accent3>
        <a:srgbClr val="99611F"/>
      </a:accent3>
      <a:accent4>
        <a:srgbClr val="8C7B70"/>
      </a:accent4>
      <a:accent5>
        <a:srgbClr val="719920"/>
      </a:accent5>
      <a:accent6>
        <a:srgbClr val="EE6D17"/>
      </a:accent6>
      <a:hlink>
        <a:srgbClr val="00A3D6"/>
      </a:hlink>
      <a:folHlink>
        <a:srgbClr val="694F07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A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atMod val="270000"/>
              </a:schemeClr>
            </a:gs>
            <a:gs pos="25000">
              <a:schemeClr val="phClr">
                <a:tint val="60000"/>
                <a:satMod val="300000"/>
              </a:schemeClr>
            </a:gs>
            <a:gs pos="100000">
              <a:schemeClr val="phClr">
                <a:tint val="29000"/>
                <a:satMod val="40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45000"/>
                <a:satMod val="155000"/>
              </a:schemeClr>
            </a:gs>
            <a:gs pos="60000">
              <a:schemeClr val="phClr">
                <a:shade val="95000"/>
                <a:satMod val="150000"/>
              </a:schemeClr>
            </a:gs>
            <a:gs pos="100000">
              <a:schemeClr val="phClr">
                <a:tint val="87000"/>
                <a:satMod val="2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atMod val="150000"/>
            </a:schemeClr>
          </a:solidFill>
          <a:prstDash val="solid"/>
        </a:ln>
        <a:ln w="425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5500" dist="381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65500" dist="381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65500" dist="381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12000000"/>
            </a:lightRig>
          </a:scene3d>
          <a:sp3d prstMaterial="powder">
            <a:bevelT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75000"/>
                <a:satMod val="250000"/>
              </a:schemeClr>
            </a:gs>
            <a:gs pos="20000">
              <a:schemeClr val="phClr">
                <a:shade val="85000"/>
                <a:satMod val="175000"/>
              </a:schemeClr>
            </a:gs>
            <a:gs pos="100000">
              <a:schemeClr val="phClr">
                <a:tint val="70000"/>
                <a:satMod val="175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0000"/>
                <a:satMod val="145000"/>
              </a:schemeClr>
            </a:gs>
            <a:gs pos="30000">
              <a:schemeClr val="phClr">
                <a:shade val="65000"/>
                <a:satMod val="155000"/>
              </a:schemeClr>
            </a:gs>
            <a:gs pos="100000">
              <a:schemeClr val="phClr">
                <a:tint val="60000"/>
                <a:satMod val="170000"/>
              </a:schemeClr>
            </a:gs>
          </a:gsLst>
          <a:lin ang="16200000" scaled="1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Grek" typeface=""/>
        <a:font script="Cyrl" typeface=""/>
        <a:font script="Jpan" typeface="ＭＳ Ｐゴシック"/>
        <a:font script="Hang" typeface="맑은 고딕"/>
        <a:font script="Hans" typeface="宋体"/>
        <a:font script="Hant" typeface="微軟正黑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</a:majorFont>
      <a:minorFont>
        <a:latin typeface="Calibri"/>
        <a:ea typeface=""/>
        <a:cs typeface=""/>
        <a:font script="Grek" typeface=""/>
        <a:font script="Cyrl"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hade val="98000"/>
                <a:satMod val="300000"/>
              </a:schemeClr>
            </a:gs>
            <a:gs pos="25000">
              <a:schemeClr val="phClr">
                <a:tint val="37000"/>
                <a:shade val="98000"/>
                <a:satMod val="300000"/>
              </a:schemeClr>
            </a:gs>
            <a:gs pos="100000">
              <a:schemeClr val="phClr">
                <a:tint val="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75000"/>
                <a:satMod val="160000"/>
              </a:schemeClr>
            </a:gs>
            <a:gs pos="62000">
              <a:schemeClr val="phClr">
                <a:satMod val="125000"/>
              </a:schemeClr>
            </a:gs>
            <a:gs pos="100000">
              <a:schemeClr val="phClr">
                <a:tint val="80000"/>
                <a:satMod val="140000"/>
              </a:schemeClr>
            </a:gs>
          </a:gsLst>
          <a:lin ang="16200000" scaled="0"/>
        </a:gradFill>
      </a:fillStyleLst>
      <a:lnStyleLst>
        <a:ln w="63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  <a:ln w="34925" cap="rnd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5400000">
              <a:srgbClr val="000000">
                <a:alpha val="43137"/>
              </a:srgbClr>
            </a:outerShdw>
          </a:effectLst>
        </a:effectStyle>
        <a:effectStyle>
          <a:effectLst>
            <a:outerShdw blurRad="50800" dist="38100" dir="5400000">
              <a:srgbClr val="000000">
                <a:alpha val="45882"/>
              </a:srgb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16500000"/>
            </a:lightRig>
          </a:scene3d>
          <a:sp3d contourW="12700" prstMaterial="powder">
            <a:bevelT h="50800"/>
            <a:contourClr>
              <a:schemeClr val="phClr"/>
            </a:contourClr>
          </a:sp3d>
        </a:effectStyle>
        <a:effectStyle>
          <a:effectLst>
            <a:reflection blurRad="12700" stA="25000" endPos="28000" dist="38100" dir="5400000" sy="-100000"/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>
            <a:bevelT w="139700" h="381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75000"/>
                <a:satMod val="250000"/>
              </a:schemeClr>
            </a:gs>
            <a:gs pos="20000">
              <a:schemeClr val="phClr">
                <a:shade val="85000"/>
                <a:satMod val="175000"/>
              </a:schemeClr>
            </a:gs>
            <a:gs pos="100000">
              <a:schemeClr val="phClr">
                <a:tint val="70000"/>
                <a:satMod val="175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0000"/>
                <a:satMod val="145000"/>
              </a:schemeClr>
            </a:gs>
            <a:gs pos="30000">
              <a:schemeClr val="phClr">
                <a:shade val="65000"/>
                <a:satMod val="155000"/>
              </a:schemeClr>
            </a:gs>
            <a:gs pos="100000">
              <a:schemeClr val="phClr">
                <a:tint val="60000"/>
                <a:satMod val="170000"/>
              </a:schemeClr>
            </a:gs>
          </a:gsLst>
          <a:lin ang="16200000" scaled="1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Grek" typeface=""/>
        <a:font script="Cyrl" typeface=""/>
        <a:font script="Jpan" typeface="ＭＳ Ｐゴシック"/>
        <a:font script="Hang" typeface="맑은 고딕"/>
        <a:font script="Hans" typeface="宋体"/>
        <a:font script="Hant" typeface="微軟正黑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</a:majorFont>
      <a:minorFont>
        <a:latin typeface="Calibri"/>
        <a:ea typeface=""/>
        <a:cs typeface=""/>
        <a:font script="Grek" typeface=""/>
        <a:font script="Cyrl"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hade val="98000"/>
                <a:satMod val="300000"/>
              </a:schemeClr>
            </a:gs>
            <a:gs pos="25000">
              <a:schemeClr val="phClr">
                <a:tint val="37000"/>
                <a:shade val="98000"/>
                <a:satMod val="300000"/>
              </a:schemeClr>
            </a:gs>
            <a:gs pos="100000">
              <a:schemeClr val="phClr">
                <a:tint val="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75000"/>
                <a:satMod val="160000"/>
              </a:schemeClr>
            </a:gs>
            <a:gs pos="62000">
              <a:schemeClr val="phClr">
                <a:satMod val="125000"/>
              </a:schemeClr>
            </a:gs>
            <a:gs pos="100000">
              <a:schemeClr val="phClr">
                <a:tint val="80000"/>
                <a:satMod val="140000"/>
              </a:schemeClr>
            </a:gs>
          </a:gsLst>
          <a:lin ang="16200000" scaled="0"/>
        </a:gradFill>
      </a:fillStyleLst>
      <a:lnStyleLst>
        <a:ln w="63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  <a:ln w="34925" cap="rnd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5400000">
              <a:srgbClr val="000000">
                <a:alpha val="43137"/>
              </a:srgbClr>
            </a:outerShdw>
          </a:effectLst>
        </a:effectStyle>
        <a:effectStyle>
          <a:effectLst>
            <a:outerShdw blurRad="50800" dist="38100" dir="5400000">
              <a:srgbClr val="000000">
                <a:alpha val="45882"/>
              </a:srgb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16500000"/>
            </a:lightRig>
          </a:scene3d>
          <a:sp3d contourW="12700" prstMaterial="powder">
            <a:bevelT h="50800"/>
            <a:contourClr>
              <a:schemeClr val="phClr"/>
            </a:contourClr>
          </a:sp3d>
        </a:effectStyle>
        <a:effectStyle>
          <a:effectLst>
            <a:reflection blurRad="12700" stA="25000" endPos="28000" dist="38100" dir="5400000" sy="-100000"/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>
            <a:bevelT w="139700" h="381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75000"/>
                <a:satMod val="250000"/>
              </a:schemeClr>
            </a:gs>
            <a:gs pos="20000">
              <a:schemeClr val="phClr">
                <a:shade val="85000"/>
                <a:satMod val="175000"/>
              </a:schemeClr>
            </a:gs>
            <a:gs pos="100000">
              <a:schemeClr val="phClr">
                <a:tint val="70000"/>
                <a:satMod val="175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0000"/>
                <a:satMod val="145000"/>
              </a:schemeClr>
            </a:gs>
            <a:gs pos="30000">
              <a:schemeClr val="phClr">
                <a:shade val="65000"/>
                <a:satMod val="155000"/>
              </a:schemeClr>
            </a:gs>
            <a:gs pos="100000">
              <a:schemeClr val="phClr">
                <a:tint val="60000"/>
                <a:satMod val="170000"/>
              </a:schemeClr>
            </a:gs>
          </a:gsLst>
          <a:lin ang="16200000" scaled="1"/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D89D42DCA6B03498BFAA334BA2A88B1" ma:contentTypeVersion="3" ma:contentTypeDescription="Create a new document." ma:contentTypeScope="" ma:versionID="83f6e8e0f80ceffe8851c7781c7446c3">
  <xsd:schema xmlns:xsd="http://www.w3.org/2001/XMLSchema" xmlns:xs="http://www.w3.org/2001/XMLSchema" xmlns:p="http://schemas.microsoft.com/office/2006/metadata/properties" xmlns:ns2="69adf38b-eef7-482b-9246-bcec73cb5693" targetNamespace="http://schemas.microsoft.com/office/2006/metadata/properties" ma:root="true" ma:fieldsID="093c9b33af049318f220682283c4db50" ns2:_="">
    <xsd:import namespace="69adf38b-eef7-482b-9246-bcec73cb569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9adf38b-eef7-482b-9246-bcec73cb569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9F85732-525E-4B18-B382-D172EBC99C76}">
  <ds:schemaRefs>
    <ds:schemaRef ds:uri="69adf38b-eef7-482b-9246-bcec73cb5693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7BE35735-CF6E-42E1-BEA2-991B10612882}">
  <ds:schemaRefs>
    <ds:schemaRef ds:uri="69adf38b-eef7-482b-9246-bcec73cb5693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30696496-D316-4E88-8F89-04F5B8BED667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10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MasonBrand.pxtx</vt:lpstr>
      <vt:lpstr>Sprint 1 Status Update (Final)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cp:revision>1</cp:revision>
  <dcterms:created xsi:type="dcterms:W3CDTF">2010-04-19T20:44:32Z</dcterms:created>
  <dcterms:modified xsi:type="dcterms:W3CDTF">2025-09-14T21:32:02Z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0x0101002D89D42DCA6B03498BFAA334BA2A88B1</vt:lpwstr>
  </property>
</Properties>
</file>